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3" r:id="rId3"/>
  </p:sldMasterIdLst>
  <p:notesMasterIdLst>
    <p:notesMasterId r:id="rId5"/>
  </p:notesMasterIdLst>
  <p:handoutMasterIdLst>
    <p:handoutMasterId r:id="rId36"/>
  </p:handoutMasterIdLst>
  <p:sldIdLst>
    <p:sldId id="300" r:id="rId4"/>
    <p:sldId id="865" r:id="rId6"/>
    <p:sldId id="866" r:id="rId7"/>
    <p:sldId id="826" r:id="rId8"/>
    <p:sldId id="845" r:id="rId9"/>
    <p:sldId id="867" r:id="rId10"/>
    <p:sldId id="843" r:id="rId11"/>
    <p:sldId id="842" r:id="rId12"/>
    <p:sldId id="873" r:id="rId13"/>
    <p:sldId id="874" r:id="rId14"/>
    <p:sldId id="875" r:id="rId15"/>
    <p:sldId id="872" r:id="rId16"/>
    <p:sldId id="869" r:id="rId17"/>
    <p:sldId id="870" r:id="rId18"/>
    <p:sldId id="868" r:id="rId19"/>
    <p:sldId id="876" r:id="rId20"/>
    <p:sldId id="846" r:id="rId21"/>
    <p:sldId id="847" r:id="rId22"/>
    <p:sldId id="848" r:id="rId23"/>
    <p:sldId id="849" r:id="rId24"/>
    <p:sldId id="850" r:id="rId25"/>
    <p:sldId id="852" r:id="rId26"/>
    <p:sldId id="853" r:id="rId27"/>
    <p:sldId id="854" r:id="rId28"/>
    <p:sldId id="877" r:id="rId29"/>
    <p:sldId id="857" r:id="rId30"/>
    <p:sldId id="855" r:id="rId31"/>
    <p:sldId id="856" r:id="rId32"/>
    <p:sldId id="878" r:id="rId33"/>
    <p:sldId id="858" r:id="rId34"/>
    <p:sldId id="844" r:id="rId35"/>
  </p:sldIdLst>
  <p:sldSz cx="12192000" cy="6858000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4" userDrawn="1">
          <p15:clr>
            <a:srgbClr val="A4A3A4"/>
          </p15:clr>
        </p15:guide>
        <p15:guide id="2" pos="37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603D75-11B1-9555-F7A1-EF4D75E5322F}" name="harin" initials="h" userId="hari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  <a:srgbClr val="FFFFFF"/>
    <a:srgbClr val="DEEEFC"/>
    <a:srgbClr val="FFACAC"/>
    <a:srgbClr val="C00000"/>
    <a:srgbClr val="9DC3E6"/>
    <a:srgbClr val="C36D78"/>
    <a:srgbClr val="0E0F0F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72" autoAdjust="0"/>
    <p:restoredTop sz="95026" autoAdjust="0"/>
  </p:normalViewPr>
  <p:slideViewPr>
    <p:cSldViewPr snapToGrid="0" showGuides="1">
      <p:cViewPr varScale="1">
        <p:scale>
          <a:sx n="82" d="100"/>
          <a:sy n="82" d="100"/>
        </p:scale>
        <p:origin x="922" y="72"/>
      </p:cViewPr>
      <p:guideLst>
        <p:guide orient="horz" pos="2344"/>
        <p:guide pos="37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1" Type="http://schemas.openxmlformats.org/officeDocument/2006/relationships/tags" Target="tags/tag77.xml"/><Relationship Id="rId40" Type="http://schemas.microsoft.com/office/2018/10/relationships/authors" Target="authors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1" name="Shape 1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各位评委老师们大家好，我今天带来的项目是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Hermes，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面向 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MoE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大模型推理的智能网卡卸载通信系统研究。</a:t>
            </a:r>
            <a:endParaRPr lang="zh-CN" altLang="en-US" dirty="0">
              <a:solidFill>
                <a:srgbClr val="000000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1" name="Shape 1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各位评委老师们大家好，我今天带来的项目是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Hermes，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面向 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MoE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大模型推理的智能网卡卸载通信系统研究。</a:t>
            </a:r>
            <a:endParaRPr lang="zh-CN" altLang="en-US" dirty="0">
              <a:solidFill>
                <a:srgbClr val="000000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随着当今大模型的不断发展，模型参数逐渐变得更大，请求调用并发更多，厂商对于算力需求逐渐增长。</a:t>
            </a:r>
            <a:endParaRPr lang="zh-CN" altLang="en-US" dirty="0"/>
          </a:p>
          <a:p>
            <a:r>
              <a:rPr lang="zh-CN" altLang="en-US" dirty="0"/>
              <a:t>且由于目前</a:t>
            </a:r>
            <a:r>
              <a:rPr lang="en-US" altLang="zh-CN" dirty="0"/>
              <a:t>GPU</a:t>
            </a:r>
            <a:r>
              <a:rPr lang="zh-CN" altLang="en-US" dirty="0"/>
              <a:t>算力资源紧缺，显卡价格不断走高。</a:t>
            </a:r>
            <a:endParaRPr lang="zh-CN" altLang="en-US" dirty="0"/>
          </a:p>
          <a:p>
            <a:r>
              <a:rPr lang="zh-CN" altLang="en-US" dirty="0"/>
              <a:t>算力资源成为</a:t>
            </a:r>
            <a:r>
              <a:rPr lang="zh-CN" altLang="en-US" dirty="0"/>
              <a:t>制约许多大模型厂商发展的瓶颈，如何高效利用算力资源成为亟需优化的问题。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1" name="Shape 1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各位评委老师们大家好，我今天带来的项目是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Hermes，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面向 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MoE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大模型推理的智能网卡卸载通信系统研究。</a:t>
            </a:r>
            <a:endParaRPr lang="zh-CN" altLang="en-US" dirty="0">
              <a:solidFill>
                <a:srgbClr val="000000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如右图所见，网络瓶颈带来了两大痛点。</a:t>
            </a:r>
            <a:endParaRPr lang="zh-CN" altLang="en-US" dirty="0"/>
          </a:p>
          <a:p>
            <a:r>
              <a:rPr lang="zh-CN" altLang="en-US" dirty="0"/>
              <a:t>首先，模型通信占迭代时间的百分之60-70，使得大模型推理输出时间变长，影响用户体验。</a:t>
            </a:r>
            <a:endParaRPr lang="zh-CN" altLang="en-US" dirty="0"/>
          </a:p>
          <a:p>
            <a:r>
              <a:rPr lang="zh-CN" altLang="en-US" dirty="0"/>
              <a:t>同时，</a:t>
            </a:r>
            <a:r>
              <a:rPr lang="en-US" altLang="zh-CN" dirty="0"/>
              <a:t>GPU</a:t>
            </a:r>
            <a:r>
              <a:rPr lang="zh-CN" altLang="en-US" dirty="0"/>
              <a:t>花费大量时间等待专家间的通信完成，造成资源空闲浪费。</a:t>
            </a:r>
            <a:endParaRPr lang="zh-CN" altLang="en-US" dirty="0"/>
          </a:p>
          <a:p>
            <a:r>
              <a:rPr lang="zh-CN" altLang="en-US" dirty="0"/>
              <a:t>所以我们想要通过优化模型通信效率，以解决大模型现实中的这些痛点问题。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1" name="Shape 1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各位评委老师们大家好，我今天带来的项目是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Hermes，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面向 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MoE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大模型推理的智能网卡卸载通信系统研究。</a:t>
            </a:r>
            <a:endParaRPr lang="zh-CN" altLang="en-US" dirty="0">
              <a:solidFill>
                <a:srgbClr val="000000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1" name="Shape 1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各位评委老师们大家好，我今天带来的项目是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Hermes，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面向 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MoE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大模型推理的智能网卡卸载通信系统研究。</a:t>
            </a:r>
            <a:endParaRPr lang="zh-CN" altLang="en-US" dirty="0">
              <a:solidFill>
                <a:srgbClr val="000000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1" name="Shape 1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各位评委老师们大家好，我今天带来的项目是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Hermes，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面向 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MoE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大模型推理的智能网卡卸载通信系统研究。</a:t>
            </a:r>
            <a:endParaRPr lang="zh-CN" altLang="en-US" dirty="0">
              <a:solidFill>
                <a:srgbClr val="000000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1" name="Shape 1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各位评委老师们大家好，我今天带来的项目是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Hermes，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面向 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MoE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大模型推理的智能网卡卸载通信系统研究。</a:t>
            </a:r>
            <a:endParaRPr lang="zh-CN" altLang="en-US" dirty="0">
              <a:solidFill>
                <a:srgbClr val="000000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1" name="Shape 1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各位评委老师们大家好，我今天带来的项目是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Hermes，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面向 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MoE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大模型推理的智能网卡卸载通信系统研究。</a:t>
            </a:r>
            <a:endParaRPr lang="zh-CN" altLang="en-US" dirty="0">
              <a:solidFill>
                <a:srgbClr val="000000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1" name="Shape 1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各位评委老师们大家好，我今天带来的项目是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Hermes，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面向 </a:t>
            </a:r>
            <a:r>
              <a:rPr lang="en-US" altLang="zh-CN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MoE 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大模型推理的智能网卡卸载通信系统研究。</a:t>
            </a:r>
            <a:endParaRPr lang="zh-CN" altLang="en-US" dirty="0">
              <a:solidFill>
                <a:srgbClr val="000000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同时，目前主流模型主要采用</a:t>
            </a:r>
            <a:r>
              <a:rPr lang="en-US" altLang="zh-CN" dirty="0"/>
              <a:t>MoE</a:t>
            </a:r>
            <a:r>
              <a:rPr lang="zh-CN" altLang="en-US" dirty="0"/>
              <a:t>架构，不同专家分布在不同</a:t>
            </a:r>
            <a:r>
              <a:rPr lang="en-US" altLang="zh-CN" dirty="0"/>
              <a:t>GPU</a:t>
            </a:r>
            <a:r>
              <a:rPr lang="zh-CN" altLang="en-US" dirty="0"/>
              <a:t>上，各个元件之间需要频繁通信，网络延时严重影响模型推理效率。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87425">
              <a:defRPr/>
            </a:pPr>
            <a:fld id="{9447A93C-1814-4A3D-8928-D6465BE1E2B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7420">
              <a:defRPr/>
            </a:pPr>
            <a:r>
              <a:rPr lang="en-US" altLang="zh-CN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2021/1/6</a:t>
            </a: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1" name="Shape 1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solidFill>
                <a:srgbClr val="000000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9931"/>
            <a:ext cx="10985502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ct val="0"/>
              </a:spcBef>
              <a:buSzTx/>
              <a:buNone/>
              <a:defRPr sz="1530" b="1"/>
            </a:lvl1pPr>
          </a:lstStyle>
          <a:p>
            <a:r>
              <a:t>作者和日期</a:t>
            </a:r>
          </a:p>
        </p:txBody>
      </p:sp>
      <p:sp>
        <p:nvSpPr>
          <p:cNvPr id="1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2324101"/>
          </a:xfrm>
          <a:prstGeom prst="rect">
            <a:avLst/>
          </a:prstGeom>
        </p:spPr>
        <p:txBody>
          <a:bodyPr anchor="b"/>
          <a:lstStyle>
            <a:lvl1pPr>
              <a:defRPr sz="5800" spc="-232"/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1" y="3611595"/>
            <a:ext cx="10985501" cy="9525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1pPr>
            <a:lvl2pPr marL="0" indent="2286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2pPr>
            <a:lvl3pPr marL="0" indent="4572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3pPr>
            <a:lvl4pPr marL="0" indent="6858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4pPr>
            <a:lvl5pPr marL="0" indent="9144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>
            <a:spLocks noGrp="1"/>
          </p:cNvSpPr>
          <p:nvPr>
            <p:ph type="pic" idx="21"/>
          </p:nvPr>
        </p:nvSpPr>
        <p:spPr>
          <a:xfrm>
            <a:off x="5486400" y="-101600"/>
            <a:ext cx="6072419" cy="70675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33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603250" y="635000"/>
            <a:ext cx="4889500" cy="2941137"/>
          </a:xfrm>
          <a:prstGeom prst="rect">
            <a:avLst/>
          </a:prstGeom>
        </p:spPr>
        <p:txBody>
          <a:bodyPr anchor="b"/>
          <a:lstStyle/>
          <a:p>
            <a:r>
              <a:t>幻灯片标题</a:t>
            </a:r>
          </a:p>
        </p:txBody>
      </p:sp>
      <p:sp>
        <p:nvSpPr>
          <p:cNvPr id="3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3250" y="3530288"/>
            <a:ext cx="4889500" cy="269271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1pPr>
            <a:lvl2pPr marL="0" indent="2286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2pPr>
            <a:lvl3pPr marL="0" indent="4572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3pPr>
            <a:lvl4pPr marL="0" indent="6858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4pPr>
            <a:lvl5pPr marL="0" indent="9144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5pPr>
          </a:lstStyle>
          <a:p>
            <a:r>
              <a:t>幻灯片副标题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000750" y="6542617"/>
            <a:ext cx="184253" cy="1873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4889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ct val="0"/>
              </a:spcBef>
              <a:buSzTx/>
              <a:buNone/>
              <a:defRPr sz="2420" b="1"/>
            </a:lvl1pPr>
          </a:lstStyle>
          <a:p>
            <a:r>
              <a:t>幻灯片副标题</a:t>
            </a:r>
          </a:p>
        </p:txBody>
      </p:sp>
      <p:sp>
        <p:nvSpPr>
          <p:cNvPr id="61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0" y="2124252"/>
            <a:ext cx="4889500" cy="4128315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2" name="一碗宽意大利面配有欧芹黄油、烤榛子和帕尔马干酪"/>
          <p:cNvSpPr>
            <a:spLocks noGrp="1"/>
          </p:cNvSpPr>
          <p:nvPr>
            <p:ph type="pic" idx="22"/>
          </p:nvPr>
        </p:nvSpPr>
        <p:spPr>
          <a:xfrm>
            <a:off x="6096000" y="-203633"/>
            <a:ext cx="5458437" cy="727791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63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4889500" cy="71755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章节标题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>
              <a:defRPr sz="58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章节标题</a:t>
            </a:r>
          </a:p>
        </p:txBody>
      </p:sp>
      <p:sp>
        <p:nvSpPr>
          <p:cNvPr id="7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000750" y="6542617"/>
            <a:ext cx="184253" cy="1873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7475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8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ct val="0"/>
              </a:spcBef>
              <a:buSzTx/>
              <a:buNone/>
              <a:defRPr sz="2420" b="1"/>
            </a:lvl1pPr>
          </a:lstStyle>
          <a:p>
            <a:r>
              <a:t>幻灯片副标题</a:t>
            </a:r>
          </a:p>
        </p:txBody>
      </p:sp>
      <p:sp>
        <p:nvSpPr>
          <p:cNvPr id="8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议程标题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7550"/>
          </a:xfrm>
          <a:prstGeom prst="rect">
            <a:avLst/>
          </a:prstGeom>
        </p:spPr>
        <p:txBody>
          <a:bodyPr/>
          <a:lstStyle/>
          <a:p>
            <a:r>
              <a:t>议程标题</a:t>
            </a:r>
          </a:p>
        </p:txBody>
      </p:sp>
      <p:sp>
        <p:nvSpPr>
          <p:cNvPr id="89" name="议程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ct val="0"/>
              </a:spcBef>
              <a:buSzTx/>
              <a:buNone/>
              <a:defRPr sz="2420" b="1"/>
            </a:lvl1pPr>
          </a:lstStyle>
          <a:p>
            <a:r>
              <a:t>议程副标题</a:t>
            </a:r>
          </a:p>
        </p:txBody>
      </p:sp>
      <p:sp>
        <p:nvSpPr>
          <p:cNvPr id="90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ct val="180000"/>
              </a:spcBef>
              <a:buSzTx/>
              <a:buNone/>
              <a:defRPr sz="2750" spc="-55"/>
            </a:lvl1pPr>
            <a:lvl2pPr marL="0" indent="228600" defTabSz="825500">
              <a:lnSpc>
                <a:spcPct val="100000"/>
              </a:lnSpc>
              <a:spcBef>
                <a:spcPct val="180000"/>
              </a:spcBef>
              <a:buSzTx/>
              <a:buNone/>
              <a:defRPr sz="2750" spc="-55"/>
            </a:lvl2pPr>
            <a:lvl3pPr marL="0" indent="457200" defTabSz="825500">
              <a:lnSpc>
                <a:spcPct val="100000"/>
              </a:lnSpc>
              <a:spcBef>
                <a:spcPct val="180000"/>
              </a:spcBef>
              <a:buSzTx/>
              <a:buNone/>
              <a:defRPr sz="2750" spc="-55"/>
            </a:lvl3pPr>
            <a:lvl4pPr marL="0" indent="685800" defTabSz="825500">
              <a:lnSpc>
                <a:spcPct val="100000"/>
              </a:lnSpc>
              <a:spcBef>
                <a:spcPct val="180000"/>
              </a:spcBef>
              <a:buSzTx/>
              <a:buNone/>
              <a:defRPr sz="2750" spc="-55"/>
            </a:lvl4pPr>
            <a:lvl5pPr marL="0" indent="914400" defTabSz="825500">
              <a:lnSpc>
                <a:spcPct val="100000"/>
              </a:lnSpc>
              <a:spcBef>
                <a:spcPct val="180000"/>
              </a:spcBef>
              <a:buSzTx/>
              <a:buNone/>
              <a:defRPr sz="2750" spc="-55"/>
            </a:lvl5pPr>
          </a:lstStyle>
          <a:p>
            <a:r>
              <a:t>议程主题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0" y="2460422"/>
            <a:ext cx="10985500" cy="1937157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ct val="0"/>
              </a:spcBef>
              <a:buSzTx/>
              <a:buNone/>
              <a:defRPr sz="58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228600" algn="ctr">
              <a:lnSpc>
                <a:spcPct val="80000"/>
              </a:lnSpc>
              <a:spcBef>
                <a:spcPct val="0"/>
              </a:spcBef>
              <a:buSzTx/>
              <a:buNone/>
              <a:defRPr sz="58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457200" algn="ctr">
              <a:lnSpc>
                <a:spcPct val="80000"/>
              </a:lnSpc>
              <a:spcBef>
                <a:spcPct val="0"/>
              </a:spcBef>
              <a:buSzTx/>
              <a:buNone/>
              <a:defRPr sz="58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685800" algn="ctr">
              <a:lnSpc>
                <a:spcPct val="80000"/>
              </a:lnSpc>
              <a:spcBef>
                <a:spcPct val="0"/>
              </a:spcBef>
              <a:buSzTx/>
              <a:buNone/>
              <a:defRPr sz="58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914400" algn="ctr">
              <a:lnSpc>
                <a:spcPct val="80000"/>
              </a:lnSpc>
              <a:spcBef>
                <a:spcPct val="0"/>
              </a:spcBef>
              <a:buSzTx/>
              <a:buNone/>
              <a:defRPr sz="58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说明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537964"/>
            <a:ext cx="10985500" cy="362079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ct val="0"/>
              </a:spcBef>
              <a:buSzTx/>
              <a:buNone/>
              <a:defRPr sz="12500" b="1" spc="-250"/>
            </a:lvl1pPr>
            <a:lvl2pPr marL="0" indent="228600" algn="ctr">
              <a:lnSpc>
                <a:spcPct val="80000"/>
              </a:lnSpc>
              <a:spcBef>
                <a:spcPct val="0"/>
              </a:spcBef>
              <a:buSzTx/>
              <a:buNone/>
              <a:defRPr sz="12500" b="1" spc="-250"/>
            </a:lvl2pPr>
            <a:lvl3pPr marL="0" indent="457200" algn="ctr">
              <a:lnSpc>
                <a:spcPct val="80000"/>
              </a:lnSpc>
              <a:spcBef>
                <a:spcPct val="0"/>
              </a:spcBef>
              <a:buSzTx/>
              <a:buNone/>
              <a:defRPr sz="12500" b="1" spc="-250"/>
            </a:lvl3pPr>
            <a:lvl4pPr marL="0" indent="685800" algn="ctr">
              <a:lnSpc>
                <a:spcPct val="80000"/>
              </a:lnSpc>
              <a:spcBef>
                <a:spcPct val="0"/>
              </a:spcBef>
              <a:buSzTx/>
              <a:buNone/>
              <a:defRPr sz="12500" b="1" spc="-250"/>
            </a:lvl4pPr>
            <a:lvl5pPr marL="0" indent="914400" algn="ctr">
              <a:lnSpc>
                <a:spcPct val="80000"/>
              </a:lnSpc>
              <a:spcBef>
                <a:spcPct val="0"/>
              </a:spcBef>
              <a:buSzTx/>
              <a:buNone/>
              <a:defRPr sz="12500" b="1" spc="-250"/>
            </a:lvl5pPr>
          </a:lstStyle>
          <a:p>
            <a:r>
              <a:t>100%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07" name="事实信息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413109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ct val="0"/>
              </a:spcBef>
              <a:buSzTx/>
              <a:buNone/>
              <a:defRPr sz="2420" b="1"/>
            </a:lvl1pPr>
          </a:lstStyle>
          <a:p>
            <a:r>
              <a:t>事实信息</a:t>
            </a:r>
          </a:p>
        </p:txBody>
      </p:sp>
      <p:sp>
        <p:nvSpPr>
          <p:cNvPr id="10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属性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5013" y="5337727"/>
            <a:ext cx="10100026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ct val="0"/>
              </a:spcBef>
              <a:buSzTx/>
              <a:buNone/>
              <a:defRPr sz="1530" b="1"/>
            </a:lvl1pPr>
          </a:lstStyle>
          <a:p>
            <a:r>
              <a:t>属性</a:t>
            </a:r>
          </a:p>
        </p:txBody>
      </p:sp>
      <p:sp>
        <p:nvSpPr>
          <p:cNvPr id="116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76962" y="2469930"/>
            <a:ext cx="10438077" cy="1918140"/>
          </a:xfrm>
          <a:prstGeom prst="rect">
            <a:avLst/>
          </a:prstGeom>
        </p:spPr>
        <p:txBody>
          <a:bodyPr/>
          <a:lstStyle>
            <a:lvl1pPr marL="319405" indent="-234950">
              <a:spcBef>
                <a:spcPct val="0"/>
              </a:spcBef>
              <a:buSzTx/>
              <a:buNone/>
              <a:defRPr sz="425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319405" indent="-6350">
              <a:spcBef>
                <a:spcPct val="0"/>
              </a:spcBef>
              <a:buSzTx/>
              <a:buNone/>
              <a:defRPr sz="425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319405" indent="222250">
              <a:spcBef>
                <a:spcPct val="0"/>
              </a:spcBef>
              <a:buSzTx/>
              <a:buNone/>
              <a:defRPr sz="425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319405" indent="450850">
              <a:spcBef>
                <a:spcPct val="0"/>
              </a:spcBef>
              <a:buSzTx/>
              <a:buNone/>
              <a:defRPr sz="425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319405" indent="679450">
              <a:spcBef>
                <a:spcPct val="0"/>
              </a:spcBef>
              <a:buSzTx/>
              <a:buNone/>
              <a:defRPr sz="425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“著名引文”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一碗沙拉配有炒饭、水煮蛋和一双筷子"/>
          <p:cNvSpPr>
            <a:spLocks noGrp="1"/>
          </p:cNvSpPr>
          <p:nvPr>
            <p:ph type="pic" sz="quarter" idx="21"/>
          </p:nvPr>
        </p:nvSpPr>
        <p:spPr>
          <a:xfrm>
            <a:off x="7880350" y="508000"/>
            <a:ext cx="3719550" cy="297483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5" name="一碗三文鱼饼、沙拉和鹰嘴豆泥"/>
          <p:cNvSpPr>
            <a:spLocks noGrp="1"/>
          </p:cNvSpPr>
          <p:nvPr>
            <p:ph type="pic" sz="half" idx="22"/>
          </p:nvPr>
        </p:nvSpPr>
        <p:spPr>
          <a:xfrm>
            <a:off x="6750050" y="1989138"/>
            <a:ext cx="5219700" cy="607509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6" name="一碗宽意大利面配有欧芹黄油、烤榛子和帕尔马干酪"/>
          <p:cNvSpPr>
            <a:spLocks noGrp="1"/>
          </p:cNvSpPr>
          <p:nvPr>
            <p:ph type="pic" idx="23"/>
          </p:nvPr>
        </p:nvSpPr>
        <p:spPr>
          <a:xfrm>
            <a:off x="-69850" y="247650"/>
            <a:ext cx="8305800" cy="62293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一碗沙拉配有炒饭、水煮蛋和一双筷子"/>
          <p:cNvSpPr>
            <a:spLocks noGrp="1"/>
          </p:cNvSpPr>
          <p:nvPr>
            <p:ph type="pic" idx="21"/>
          </p:nvPr>
        </p:nvSpPr>
        <p:spPr>
          <a:xfrm>
            <a:off x="-666750" y="-2762250"/>
            <a:ext cx="13525500" cy="10820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883787"/>
            <a:ext cx="3403600" cy="107951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9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1" y="179892"/>
            <a:ext cx="590275" cy="590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94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104894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0460F-1BBB-4AAA-923F-DD91BF465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94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F7F-6FE3-4526-AB22-C44BE916B5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6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0460F-1BBB-4AAA-923F-DD91BF465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98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8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F7F-6FE3-4526-AB22-C44BE916B5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9931"/>
            <a:ext cx="10985502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ct val="0"/>
              </a:spcBef>
              <a:buSzTx/>
              <a:buNone/>
              <a:defRPr sz="1530" b="1"/>
            </a:lvl1pPr>
          </a:lstStyle>
          <a:p>
            <a:r>
              <a:t>作者和日期</a:t>
            </a:r>
          </a:p>
        </p:txBody>
      </p:sp>
      <p:sp>
        <p:nvSpPr>
          <p:cNvPr id="1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2324101"/>
          </a:xfrm>
          <a:prstGeom prst="rect">
            <a:avLst/>
          </a:prstGeom>
        </p:spPr>
        <p:txBody>
          <a:bodyPr anchor="b"/>
          <a:lstStyle>
            <a:lvl1pPr>
              <a:defRPr sz="5800" spc="-232"/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1" y="3611595"/>
            <a:ext cx="10985501" cy="9525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1pPr>
            <a:lvl2pPr marL="0" indent="2286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2pPr>
            <a:lvl3pPr marL="0" indent="4572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3pPr>
            <a:lvl4pPr marL="0" indent="6858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4pPr>
            <a:lvl5pPr marL="0" indent="9144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/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658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2124252"/>
            <a:ext cx="10985500" cy="412800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000750" y="6540500"/>
            <a:ext cx="184253" cy="187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9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marL="0" marR="0" indent="0" algn="l" defTabSz="1219200" rtl="0" latinLnBrk="0">
        <a:lnSpc>
          <a:spcPct val="80000"/>
        </a:lnSpc>
        <a:spcBef>
          <a:spcPct val="0"/>
        </a:spcBef>
        <a:spcAft>
          <a:spcPts val="0"/>
        </a:spcAft>
        <a:buClrTx/>
        <a:buSzTx/>
        <a:buFontTx/>
        <a:buNone/>
        <a:defRPr sz="425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04800" marR="0" indent="-304800" algn="l" defTabSz="1219200" rtl="0" latinLnBrk="0">
        <a:lnSpc>
          <a:spcPct val="90000"/>
        </a:lnSpc>
        <a:spcBef>
          <a:spcPct val="45000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609600" marR="0" indent="-304800" algn="l" defTabSz="1219200" rtl="0" latinLnBrk="0">
        <a:lnSpc>
          <a:spcPct val="90000"/>
        </a:lnSpc>
        <a:spcBef>
          <a:spcPct val="45000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914400" marR="0" indent="-304800" algn="l" defTabSz="1219200" rtl="0" latinLnBrk="0">
        <a:lnSpc>
          <a:spcPct val="90000"/>
        </a:lnSpc>
        <a:spcBef>
          <a:spcPct val="45000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219200" marR="0" indent="-304800" algn="l" defTabSz="1219200" rtl="0" latinLnBrk="0">
        <a:lnSpc>
          <a:spcPct val="90000"/>
        </a:lnSpc>
        <a:spcBef>
          <a:spcPct val="45000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524000" marR="0" indent="-304800" algn="l" defTabSz="1219200" rtl="0" latinLnBrk="0">
        <a:lnSpc>
          <a:spcPct val="90000"/>
        </a:lnSpc>
        <a:spcBef>
          <a:spcPct val="45000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1828800" marR="0" indent="-304800" algn="l" defTabSz="1219200" rtl="0" latinLnBrk="0">
        <a:lnSpc>
          <a:spcPct val="90000"/>
        </a:lnSpc>
        <a:spcBef>
          <a:spcPct val="45000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133600" marR="0" indent="-304800" algn="l" defTabSz="1219200" rtl="0" latinLnBrk="0">
        <a:lnSpc>
          <a:spcPct val="90000"/>
        </a:lnSpc>
        <a:spcBef>
          <a:spcPct val="45000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2438400" marR="0" indent="-304800" algn="l" defTabSz="1219200" rtl="0" latinLnBrk="0">
        <a:lnSpc>
          <a:spcPct val="90000"/>
        </a:lnSpc>
        <a:spcBef>
          <a:spcPct val="45000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743200" marR="0" indent="-304800" algn="l" defTabSz="1219200" rtl="0" latinLnBrk="0">
        <a:lnSpc>
          <a:spcPct val="90000"/>
        </a:lnSpc>
        <a:spcBef>
          <a:spcPct val="45000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92100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292100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292100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292100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292100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292100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292100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292100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292100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0460F-1BBB-4AAA-923F-DD91BF465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60F7F-6FE3-4526-AB22-C44BE916B52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5.xml"/><Relationship Id="rId11" Type="http://schemas.openxmlformats.org/officeDocument/2006/relationships/image" Target="../media/image4.jpeg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5.xml"/><Relationship Id="rId3" Type="http://schemas.openxmlformats.org/officeDocument/2006/relationships/image" Target="../media/image3.png"/><Relationship Id="rId2" Type="http://schemas.openxmlformats.org/officeDocument/2006/relationships/tags" Target="../tags/tag14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5.xml"/><Relationship Id="rId12" Type="http://schemas.openxmlformats.org/officeDocument/2006/relationships/image" Target="../media/image6.png"/><Relationship Id="rId11" Type="http://schemas.openxmlformats.org/officeDocument/2006/relationships/image" Target="../media/image5.jpeg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5.xml"/><Relationship Id="rId21" Type="http://schemas.openxmlformats.org/officeDocument/2006/relationships/tags" Target="../tags/tag46.xml"/><Relationship Id="rId20" Type="http://schemas.openxmlformats.org/officeDocument/2006/relationships/tags" Target="../tags/tag45.xml"/><Relationship Id="rId2" Type="http://schemas.openxmlformats.org/officeDocument/2006/relationships/tags" Target="../tags/tag27.xml"/><Relationship Id="rId19" Type="http://schemas.openxmlformats.org/officeDocument/2006/relationships/tags" Target="../tags/tag44.xml"/><Relationship Id="rId18" Type="http://schemas.openxmlformats.org/officeDocument/2006/relationships/tags" Target="../tags/tag43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8.xml"/><Relationship Id="rId3" Type="http://schemas.openxmlformats.org/officeDocument/2006/relationships/image" Target="../media/image3.png"/><Relationship Id="rId2" Type="http://schemas.openxmlformats.org/officeDocument/2006/relationships/tags" Target="../tags/tag4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tags" Target="../tags/tag6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3.png"/><Relationship Id="rId2" Type="http://schemas.openxmlformats.org/officeDocument/2006/relationships/tags" Target="../tags/tag64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3" Type="http://schemas.openxmlformats.org/officeDocument/2006/relationships/image" Target="../media/image3.png"/><Relationship Id="rId2" Type="http://schemas.openxmlformats.org/officeDocument/2006/relationships/tags" Target="../tags/tag66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9.xml"/><Relationship Id="rId3" Type="http://schemas.openxmlformats.org/officeDocument/2006/relationships/image" Target="../media/image3.png"/><Relationship Id="rId2" Type="http://schemas.openxmlformats.org/officeDocument/2006/relationships/tags" Target="../tags/tag68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19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image" Target="../media/image3.png"/><Relationship Id="rId2" Type="http://schemas.openxmlformats.org/officeDocument/2006/relationships/tags" Target="../tags/tag74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" descr="Picture 1"/>
          <p:cNvPicPr>
            <a:picLocks noChangeAspect="1"/>
          </p:cNvPicPr>
          <p:nvPr/>
        </p:nvPicPr>
        <p:blipFill>
          <a:blip r:embed="rId1"/>
          <a:srcRect l="3027" t="71036" r="3027"/>
          <a:stretch>
            <a:fillRect/>
          </a:stretch>
        </p:blipFill>
        <p:spPr>
          <a:xfrm>
            <a:off x="-4366" y="4738347"/>
            <a:ext cx="12200732" cy="2115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0" extrusionOk="0">
                <a:moveTo>
                  <a:pt x="12883" y="0"/>
                </a:moveTo>
                <a:cubicBezTo>
                  <a:pt x="12873" y="3"/>
                  <a:pt x="12860" y="35"/>
                  <a:pt x="12846" y="101"/>
                </a:cubicBezTo>
                <a:cubicBezTo>
                  <a:pt x="12827" y="191"/>
                  <a:pt x="12796" y="229"/>
                  <a:pt x="12775" y="184"/>
                </a:cubicBezTo>
                <a:cubicBezTo>
                  <a:pt x="12754" y="137"/>
                  <a:pt x="12728" y="187"/>
                  <a:pt x="12713" y="302"/>
                </a:cubicBezTo>
                <a:cubicBezTo>
                  <a:pt x="12699" y="411"/>
                  <a:pt x="12656" y="514"/>
                  <a:pt x="12618" y="530"/>
                </a:cubicBezTo>
                <a:cubicBezTo>
                  <a:pt x="12554" y="558"/>
                  <a:pt x="12550" y="587"/>
                  <a:pt x="12566" y="909"/>
                </a:cubicBezTo>
                <a:cubicBezTo>
                  <a:pt x="12578" y="1152"/>
                  <a:pt x="12573" y="1303"/>
                  <a:pt x="12551" y="1409"/>
                </a:cubicBezTo>
                <a:cubicBezTo>
                  <a:pt x="12534" y="1493"/>
                  <a:pt x="12519" y="1643"/>
                  <a:pt x="12519" y="1741"/>
                </a:cubicBezTo>
                <a:cubicBezTo>
                  <a:pt x="12519" y="2003"/>
                  <a:pt x="12602" y="2436"/>
                  <a:pt x="12653" y="2436"/>
                </a:cubicBezTo>
                <a:cubicBezTo>
                  <a:pt x="12715" y="2436"/>
                  <a:pt x="12735" y="2699"/>
                  <a:pt x="12679" y="2784"/>
                </a:cubicBezTo>
                <a:cubicBezTo>
                  <a:pt x="12625" y="2865"/>
                  <a:pt x="12620" y="2967"/>
                  <a:pt x="12659" y="3189"/>
                </a:cubicBezTo>
                <a:cubicBezTo>
                  <a:pt x="12716" y="3520"/>
                  <a:pt x="12767" y="3278"/>
                  <a:pt x="12767" y="2673"/>
                </a:cubicBezTo>
                <a:cubicBezTo>
                  <a:pt x="12767" y="2521"/>
                  <a:pt x="12785" y="2384"/>
                  <a:pt x="12812" y="2345"/>
                </a:cubicBezTo>
                <a:cubicBezTo>
                  <a:pt x="12862" y="2268"/>
                  <a:pt x="12868" y="2165"/>
                  <a:pt x="12832" y="1956"/>
                </a:cubicBezTo>
                <a:cubicBezTo>
                  <a:pt x="12796" y="1753"/>
                  <a:pt x="12823" y="1565"/>
                  <a:pt x="12902" y="1466"/>
                </a:cubicBezTo>
                <a:cubicBezTo>
                  <a:pt x="12977" y="1371"/>
                  <a:pt x="12993" y="1142"/>
                  <a:pt x="12925" y="1142"/>
                </a:cubicBezTo>
                <a:cubicBezTo>
                  <a:pt x="12863" y="1142"/>
                  <a:pt x="12854" y="983"/>
                  <a:pt x="12892" y="561"/>
                </a:cubicBezTo>
                <a:cubicBezTo>
                  <a:pt x="12921" y="235"/>
                  <a:pt x="12912" y="-10"/>
                  <a:pt x="12883" y="0"/>
                </a:cubicBezTo>
                <a:close/>
                <a:moveTo>
                  <a:pt x="9425" y="496"/>
                </a:moveTo>
                <a:cubicBezTo>
                  <a:pt x="9381" y="496"/>
                  <a:pt x="9372" y="553"/>
                  <a:pt x="9377" y="779"/>
                </a:cubicBezTo>
                <a:cubicBezTo>
                  <a:pt x="9383" y="1004"/>
                  <a:pt x="9369" y="1092"/>
                  <a:pt x="9311" y="1188"/>
                </a:cubicBezTo>
                <a:cubicBezTo>
                  <a:pt x="9271" y="1256"/>
                  <a:pt x="9238" y="1388"/>
                  <a:pt x="9238" y="1484"/>
                </a:cubicBezTo>
                <a:cubicBezTo>
                  <a:pt x="9238" y="1698"/>
                  <a:pt x="9265" y="1710"/>
                  <a:pt x="9300" y="1512"/>
                </a:cubicBezTo>
                <a:cubicBezTo>
                  <a:pt x="9314" y="1432"/>
                  <a:pt x="9342" y="1405"/>
                  <a:pt x="9363" y="1452"/>
                </a:cubicBezTo>
                <a:cubicBezTo>
                  <a:pt x="9399" y="1530"/>
                  <a:pt x="9399" y="1553"/>
                  <a:pt x="9361" y="1794"/>
                </a:cubicBezTo>
                <a:cubicBezTo>
                  <a:pt x="9322" y="2044"/>
                  <a:pt x="9322" y="2065"/>
                  <a:pt x="9369" y="2432"/>
                </a:cubicBezTo>
                <a:cubicBezTo>
                  <a:pt x="9396" y="2641"/>
                  <a:pt x="9408" y="2843"/>
                  <a:pt x="9396" y="2885"/>
                </a:cubicBezTo>
                <a:cubicBezTo>
                  <a:pt x="9384" y="2927"/>
                  <a:pt x="9380" y="3048"/>
                  <a:pt x="9387" y="3152"/>
                </a:cubicBezTo>
                <a:cubicBezTo>
                  <a:pt x="9406" y="3431"/>
                  <a:pt x="9463" y="3385"/>
                  <a:pt x="9463" y="3092"/>
                </a:cubicBezTo>
                <a:cubicBezTo>
                  <a:pt x="9463" y="2746"/>
                  <a:pt x="9497" y="2655"/>
                  <a:pt x="9552" y="2853"/>
                </a:cubicBezTo>
                <a:cubicBezTo>
                  <a:pt x="9591" y="2991"/>
                  <a:pt x="9603" y="2987"/>
                  <a:pt x="9620" y="2830"/>
                </a:cubicBezTo>
                <a:cubicBezTo>
                  <a:pt x="9646" y="2585"/>
                  <a:pt x="9628" y="2436"/>
                  <a:pt x="9573" y="2436"/>
                </a:cubicBezTo>
                <a:cubicBezTo>
                  <a:pt x="9514" y="2436"/>
                  <a:pt x="9491" y="2053"/>
                  <a:pt x="9538" y="1853"/>
                </a:cubicBezTo>
                <a:cubicBezTo>
                  <a:pt x="9593" y="1621"/>
                  <a:pt x="9584" y="1551"/>
                  <a:pt x="9496" y="1506"/>
                </a:cubicBezTo>
                <a:cubicBezTo>
                  <a:pt x="9373" y="1444"/>
                  <a:pt x="9393" y="1212"/>
                  <a:pt x="9525" y="1168"/>
                </a:cubicBezTo>
                <a:cubicBezTo>
                  <a:pt x="9640" y="1130"/>
                  <a:pt x="9696" y="883"/>
                  <a:pt x="9589" y="883"/>
                </a:cubicBezTo>
                <a:cubicBezTo>
                  <a:pt x="9560" y="883"/>
                  <a:pt x="9523" y="795"/>
                  <a:pt x="9508" y="688"/>
                </a:cubicBezTo>
                <a:cubicBezTo>
                  <a:pt x="9492" y="582"/>
                  <a:pt x="9455" y="496"/>
                  <a:pt x="9425" y="496"/>
                </a:cubicBezTo>
                <a:close/>
                <a:moveTo>
                  <a:pt x="10543" y="496"/>
                </a:moveTo>
                <a:cubicBezTo>
                  <a:pt x="10467" y="496"/>
                  <a:pt x="10444" y="613"/>
                  <a:pt x="10476" y="834"/>
                </a:cubicBezTo>
                <a:cubicBezTo>
                  <a:pt x="10510" y="1069"/>
                  <a:pt x="10480" y="1330"/>
                  <a:pt x="10441" y="1142"/>
                </a:cubicBezTo>
                <a:cubicBezTo>
                  <a:pt x="10418" y="1034"/>
                  <a:pt x="10402" y="1070"/>
                  <a:pt x="10377" y="1282"/>
                </a:cubicBezTo>
                <a:cubicBezTo>
                  <a:pt x="10332" y="1653"/>
                  <a:pt x="10352" y="1905"/>
                  <a:pt x="10424" y="1877"/>
                </a:cubicBezTo>
                <a:cubicBezTo>
                  <a:pt x="10473" y="1858"/>
                  <a:pt x="10485" y="1923"/>
                  <a:pt x="10498" y="2280"/>
                </a:cubicBezTo>
                <a:cubicBezTo>
                  <a:pt x="10511" y="2620"/>
                  <a:pt x="10505" y="2730"/>
                  <a:pt x="10472" y="2835"/>
                </a:cubicBezTo>
                <a:cubicBezTo>
                  <a:pt x="10448" y="2906"/>
                  <a:pt x="10429" y="3025"/>
                  <a:pt x="10429" y="3102"/>
                </a:cubicBezTo>
                <a:cubicBezTo>
                  <a:pt x="10429" y="3191"/>
                  <a:pt x="10451" y="3206"/>
                  <a:pt x="10491" y="3144"/>
                </a:cubicBezTo>
                <a:cubicBezTo>
                  <a:pt x="10525" y="3091"/>
                  <a:pt x="10587" y="3012"/>
                  <a:pt x="10630" y="2968"/>
                </a:cubicBezTo>
                <a:cubicBezTo>
                  <a:pt x="10719" y="2876"/>
                  <a:pt x="10747" y="2606"/>
                  <a:pt x="10673" y="2545"/>
                </a:cubicBezTo>
                <a:cubicBezTo>
                  <a:pt x="10571" y="2460"/>
                  <a:pt x="10640" y="1273"/>
                  <a:pt x="10747" y="1273"/>
                </a:cubicBezTo>
                <a:cubicBezTo>
                  <a:pt x="10770" y="1273"/>
                  <a:pt x="10789" y="1220"/>
                  <a:pt x="10789" y="1158"/>
                </a:cubicBezTo>
                <a:cubicBezTo>
                  <a:pt x="10789" y="940"/>
                  <a:pt x="10730" y="765"/>
                  <a:pt x="10681" y="838"/>
                </a:cubicBezTo>
                <a:cubicBezTo>
                  <a:pt x="10648" y="888"/>
                  <a:pt x="10627" y="845"/>
                  <a:pt x="10618" y="704"/>
                </a:cubicBezTo>
                <a:cubicBezTo>
                  <a:pt x="10610" y="583"/>
                  <a:pt x="10578" y="496"/>
                  <a:pt x="10543" y="496"/>
                </a:cubicBezTo>
                <a:close/>
                <a:moveTo>
                  <a:pt x="11024" y="496"/>
                </a:moveTo>
                <a:cubicBezTo>
                  <a:pt x="10978" y="496"/>
                  <a:pt x="10946" y="920"/>
                  <a:pt x="10946" y="1535"/>
                </a:cubicBezTo>
                <a:cubicBezTo>
                  <a:pt x="10946" y="1964"/>
                  <a:pt x="10937" y="2086"/>
                  <a:pt x="10901" y="2140"/>
                </a:cubicBezTo>
                <a:cubicBezTo>
                  <a:pt x="10849" y="2218"/>
                  <a:pt x="10845" y="2339"/>
                  <a:pt x="10883" y="2687"/>
                </a:cubicBezTo>
                <a:cubicBezTo>
                  <a:pt x="10907" y="2911"/>
                  <a:pt x="10912" y="2915"/>
                  <a:pt x="10936" y="2727"/>
                </a:cubicBezTo>
                <a:cubicBezTo>
                  <a:pt x="10960" y="2541"/>
                  <a:pt x="10966" y="2548"/>
                  <a:pt x="10989" y="2800"/>
                </a:cubicBezTo>
                <a:cubicBezTo>
                  <a:pt x="11022" y="3156"/>
                  <a:pt x="11027" y="3154"/>
                  <a:pt x="11120" y="2745"/>
                </a:cubicBezTo>
                <a:lnTo>
                  <a:pt x="11197" y="2407"/>
                </a:lnTo>
                <a:lnTo>
                  <a:pt x="11241" y="2681"/>
                </a:lnTo>
                <a:cubicBezTo>
                  <a:pt x="11298" y="3035"/>
                  <a:pt x="11373" y="3043"/>
                  <a:pt x="11373" y="2695"/>
                </a:cubicBezTo>
                <a:cubicBezTo>
                  <a:pt x="11373" y="2411"/>
                  <a:pt x="11340" y="2350"/>
                  <a:pt x="11315" y="2585"/>
                </a:cubicBezTo>
                <a:cubicBezTo>
                  <a:pt x="11304" y="2689"/>
                  <a:pt x="11290" y="2663"/>
                  <a:pt x="11269" y="2500"/>
                </a:cubicBezTo>
                <a:cubicBezTo>
                  <a:pt x="11236" y="2243"/>
                  <a:pt x="11249" y="1713"/>
                  <a:pt x="11296" y="1401"/>
                </a:cubicBezTo>
                <a:cubicBezTo>
                  <a:pt x="11335" y="1142"/>
                  <a:pt x="11288" y="755"/>
                  <a:pt x="11218" y="755"/>
                </a:cubicBezTo>
                <a:cubicBezTo>
                  <a:pt x="11180" y="755"/>
                  <a:pt x="11169" y="820"/>
                  <a:pt x="11175" y="1030"/>
                </a:cubicBezTo>
                <a:cubicBezTo>
                  <a:pt x="11179" y="1190"/>
                  <a:pt x="11165" y="1367"/>
                  <a:pt x="11141" y="1452"/>
                </a:cubicBezTo>
                <a:cubicBezTo>
                  <a:pt x="11109" y="1568"/>
                  <a:pt x="11095" y="1548"/>
                  <a:pt x="11069" y="1348"/>
                </a:cubicBezTo>
                <a:cubicBezTo>
                  <a:pt x="11046" y="1169"/>
                  <a:pt x="11043" y="1052"/>
                  <a:pt x="11061" y="931"/>
                </a:cubicBezTo>
                <a:cubicBezTo>
                  <a:pt x="11089" y="735"/>
                  <a:pt x="11069" y="496"/>
                  <a:pt x="11024" y="496"/>
                </a:cubicBezTo>
                <a:close/>
                <a:moveTo>
                  <a:pt x="12192" y="617"/>
                </a:moveTo>
                <a:cubicBezTo>
                  <a:pt x="12173" y="637"/>
                  <a:pt x="12159" y="781"/>
                  <a:pt x="12164" y="1039"/>
                </a:cubicBezTo>
                <a:cubicBezTo>
                  <a:pt x="12170" y="1407"/>
                  <a:pt x="12163" y="1466"/>
                  <a:pt x="12098" y="1575"/>
                </a:cubicBezTo>
                <a:cubicBezTo>
                  <a:pt x="12013" y="1718"/>
                  <a:pt x="12003" y="1882"/>
                  <a:pt x="12076" y="1942"/>
                </a:cubicBezTo>
                <a:cubicBezTo>
                  <a:pt x="12147" y="2000"/>
                  <a:pt x="12138" y="2333"/>
                  <a:pt x="12059" y="2563"/>
                </a:cubicBezTo>
                <a:lnTo>
                  <a:pt x="11991" y="2758"/>
                </a:lnTo>
                <a:lnTo>
                  <a:pt x="12057" y="2802"/>
                </a:lnTo>
                <a:cubicBezTo>
                  <a:pt x="12105" y="2834"/>
                  <a:pt x="12134" y="2765"/>
                  <a:pt x="12164" y="2545"/>
                </a:cubicBezTo>
                <a:lnTo>
                  <a:pt x="12206" y="2241"/>
                </a:lnTo>
                <a:lnTo>
                  <a:pt x="12256" y="2590"/>
                </a:lnTo>
                <a:cubicBezTo>
                  <a:pt x="12294" y="2856"/>
                  <a:pt x="12327" y="2940"/>
                  <a:pt x="12395" y="2946"/>
                </a:cubicBezTo>
                <a:lnTo>
                  <a:pt x="12483" y="2954"/>
                </a:lnTo>
                <a:lnTo>
                  <a:pt x="12367" y="2482"/>
                </a:lnTo>
                <a:cubicBezTo>
                  <a:pt x="12241" y="1973"/>
                  <a:pt x="12224" y="1802"/>
                  <a:pt x="12294" y="1697"/>
                </a:cubicBezTo>
                <a:cubicBezTo>
                  <a:pt x="12347" y="1618"/>
                  <a:pt x="12356" y="1273"/>
                  <a:pt x="12305" y="1273"/>
                </a:cubicBezTo>
                <a:cubicBezTo>
                  <a:pt x="12287" y="1273"/>
                  <a:pt x="12261" y="1125"/>
                  <a:pt x="12250" y="947"/>
                </a:cubicBezTo>
                <a:cubicBezTo>
                  <a:pt x="12233" y="702"/>
                  <a:pt x="12210" y="598"/>
                  <a:pt x="12192" y="617"/>
                </a:cubicBezTo>
                <a:close/>
                <a:moveTo>
                  <a:pt x="8969" y="626"/>
                </a:moveTo>
                <a:cubicBezTo>
                  <a:pt x="8934" y="626"/>
                  <a:pt x="8925" y="708"/>
                  <a:pt x="8927" y="1045"/>
                </a:cubicBezTo>
                <a:cubicBezTo>
                  <a:pt x="8929" y="1276"/>
                  <a:pt x="8923" y="1652"/>
                  <a:pt x="8914" y="1879"/>
                </a:cubicBezTo>
                <a:cubicBezTo>
                  <a:pt x="8904" y="2121"/>
                  <a:pt x="8908" y="2405"/>
                  <a:pt x="8923" y="2565"/>
                </a:cubicBezTo>
                <a:cubicBezTo>
                  <a:pt x="8943" y="2782"/>
                  <a:pt x="8966" y="2829"/>
                  <a:pt x="9032" y="2798"/>
                </a:cubicBezTo>
                <a:cubicBezTo>
                  <a:pt x="9131" y="2750"/>
                  <a:pt x="9141" y="2529"/>
                  <a:pt x="9047" y="2436"/>
                </a:cubicBezTo>
                <a:cubicBezTo>
                  <a:pt x="8955" y="2344"/>
                  <a:pt x="8951" y="1807"/>
                  <a:pt x="9041" y="1559"/>
                </a:cubicBezTo>
                <a:cubicBezTo>
                  <a:pt x="9114" y="1357"/>
                  <a:pt x="9120" y="1199"/>
                  <a:pt x="9058" y="1105"/>
                </a:cubicBezTo>
                <a:cubicBezTo>
                  <a:pt x="9033" y="1068"/>
                  <a:pt x="9013" y="945"/>
                  <a:pt x="9013" y="832"/>
                </a:cubicBezTo>
                <a:cubicBezTo>
                  <a:pt x="9013" y="713"/>
                  <a:pt x="8995" y="626"/>
                  <a:pt x="8969" y="626"/>
                </a:cubicBezTo>
                <a:close/>
                <a:moveTo>
                  <a:pt x="9920" y="630"/>
                </a:moveTo>
                <a:cubicBezTo>
                  <a:pt x="9860" y="635"/>
                  <a:pt x="9793" y="1209"/>
                  <a:pt x="9819" y="1496"/>
                </a:cubicBezTo>
                <a:cubicBezTo>
                  <a:pt x="9845" y="1788"/>
                  <a:pt x="9812" y="2308"/>
                  <a:pt x="9767" y="2308"/>
                </a:cubicBezTo>
                <a:cubicBezTo>
                  <a:pt x="9748" y="2308"/>
                  <a:pt x="9733" y="2380"/>
                  <a:pt x="9733" y="2470"/>
                </a:cubicBezTo>
                <a:cubicBezTo>
                  <a:pt x="9733" y="2698"/>
                  <a:pt x="9814" y="2965"/>
                  <a:pt x="9855" y="2873"/>
                </a:cubicBezTo>
                <a:cubicBezTo>
                  <a:pt x="9874" y="2830"/>
                  <a:pt x="9895" y="2880"/>
                  <a:pt x="9902" y="2988"/>
                </a:cubicBezTo>
                <a:cubicBezTo>
                  <a:pt x="9920" y="3254"/>
                  <a:pt x="10014" y="2995"/>
                  <a:pt x="10046" y="2592"/>
                </a:cubicBezTo>
                <a:cubicBezTo>
                  <a:pt x="10071" y="2281"/>
                  <a:pt x="10115" y="2313"/>
                  <a:pt x="10115" y="2642"/>
                </a:cubicBezTo>
                <a:cubicBezTo>
                  <a:pt x="10115" y="2871"/>
                  <a:pt x="10211" y="3145"/>
                  <a:pt x="10257" y="3045"/>
                </a:cubicBezTo>
                <a:cubicBezTo>
                  <a:pt x="10277" y="2999"/>
                  <a:pt x="10285" y="2858"/>
                  <a:pt x="10278" y="2648"/>
                </a:cubicBezTo>
                <a:cubicBezTo>
                  <a:pt x="10269" y="2366"/>
                  <a:pt x="10262" y="2343"/>
                  <a:pt x="10225" y="2474"/>
                </a:cubicBezTo>
                <a:cubicBezTo>
                  <a:pt x="10162" y="2701"/>
                  <a:pt x="10130" y="2444"/>
                  <a:pt x="10149" y="1861"/>
                </a:cubicBezTo>
                <a:cubicBezTo>
                  <a:pt x="10158" y="1597"/>
                  <a:pt x="10178" y="1351"/>
                  <a:pt x="10194" y="1316"/>
                </a:cubicBezTo>
                <a:cubicBezTo>
                  <a:pt x="10216" y="1268"/>
                  <a:pt x="10212" y="1189"/>
                  <a:pt x="10180" y="1004"/>
                </a:cubicBezTo>
                <a:cubicBezTo>
                  <a:pt x="10126" y="694"/>
                  <a:pt x="10073" y="685"/>
                  <a:pt x="10054" y="982"/>
                </a:cubicBezTo>
                <a:cubicBezTo>
                  <a:pt x="10046" y="1106"/>
                  <a:pt x="10030" y="1281"/>
                  <a:pt x="10018" y="1371"/>
                </a:cubicBezTo>
                <a:cubicBezTo>
                  <a:pt x="9984" y="1629"/>
                  <a:pt x="9932" y="1308"/>
                  <a:pt x="9949" y="933"/>
                </a:cubicBezTo>
                <a:cubicBezTo>
                  <a:pt x="9959" y="690"/>
                  <a:pt x="9953" y="626"/>
                  <a:pt x="9920" y="630"/>
                </a:cubicBezTo>
                <a:close/>
                <a:moveTo>
                  <a:pt x="11745" y="632"/>
                </a:moveTo>
                <a:cubicBezTo>
                  <a:pt x="11723" y="637"/>
                  <a:pt x="11688" y="680"/>
                  <a:pt x="11638" y="761"/>
                </a:cubicBezTo>
                <a:cubicBezTo>
                  <a:pt x="11554" y="895"/>
                  <a:pt x="11554" y="896"/>
                  <a:pt x="11590" y="1219"/>
                </a:cubicBezTo>
                <a:cubicBezTo>
                  <a:pt x="11626" y="1529"/>
                  <a:pt x="11625" y="1546"/>
                  <a:pt x="11579" y="1616"/>
                </a:cubicBezTo>
                <a:cubicBezTo>
                  <a:pt x="11524" y="1698"/>
                  <a:pt x="11519" y="1799"/>
                  <a:pt x="11557" y="2017"/>
                </a:cubicBezTo>
                <a:cubicBezTo>
                  <a:pt x="11587" y="2194"/>
                  <a:pt x="11545" y="2567"/>
                  <a:pt x="11494" y="2567"/>
                </a:cubicBezTo>
                <a:cubicBezTo>
                  <a:pt x="11477" y="2567"/>
                  <a:pt x="11463" y="2630"/>
                  <a:pt x="11463" y="2709"/>
                </a:cubicBezTo>
                <a:cubicBezTo>
                  <a:pt x="11463" y="2896"/>
                  <a:pt x="11574" y="2741"/>
                  <a:pt x="11623" y="2484"/>
                </a:cubicBezTo>
                <a:cubicBezTo>
                  <a:pt x="11656" y="2315"/>
                  <a:pt x="11667" y="2330"/>
                  <a:pt x="11725" y="2620"/>
                </a:cubicBezTo>
                <a:cubicBezTo>
                  <a:pt x="11763" y="2814"/>
                  <a:pt x="11817" y="2948"/>
                  <a:pt x="11858" y="2950"/>
                </a:cubicBezTo>
                <a:cubicBezTo>
                  <a:pt x="11962" y="2956"/>
                  <a:pt x="11968" y="2810"/>
                  <a:pt x="11873" y="2559"/>
                </a:cubicBezTo>
                <a:cubicBezTo>
                  <a:pt x="11827" y="2436"/>
                  <a:pt x="11769" y="2240"/>
                  <a:pt x="11744" y="2124"/>
                </a:cubicBezTo>
                <a:cubicBezTo>
                  <a:pt x="11699" y="1913"/>
                  <a:pt x="11699" y="1909"/>
                  <a:pt x="11750" y="1703"/>
                </a:cubicBezTo>
                <a:cubicBezTo>
                  <a:pt x="11798" y="1508"/>
                  <a:pt x="11798" y="1487"/>
                  <a:pt x="11761" y="1328"/>
                </a:cubicBezTo>
                <a:cubicBezTo>
                  <a:pt x="11729" y="1193"/>
                  <a:pt x="11727" y="1127"/>
                  <a:pt x="11750" y="996"/>
                </a:cubicBezTo>
                <a:cubicBezTo>
                  <a:pt x="11765" y="906"/>
                  <a:pt x="11778" y="786"/>
                  <a:pt x="11778" y="729"/>
                </a:cubicBezTo>
                <a:cubicBezTo>
                  <a:pt x="11778" y="660"/>
                  <a:pt x="11768" y="626"/>
                  <a:pt x="11745" y="632"/>
                </a:cubicBezTo>
                <a:close/>
                <a:moveTo>
                  <a:pt x="8729" y="883"/>
                </a:moveTo>
                <a:cubicBezTo>
                  <a:pt x="8680" y="883"/>
                  <a:pt x="8673" y="930"/>
                  <a:pt x="8684" y="1176"/>
                </a:cubicBezTo>
                <a:cubicBezTo>
                  <a:pt x="8694" y="1385"/>
                  <a:pt x="8683" y="1529"/>
                  <a:pt x="8648" y="1686"/>
                </a:cubicBezTo>
                <a:cubicBezTo>
                  <a:pt x="8599" y="1901"/>
                  <a:pt x="8599" y="1912"/>
                  <a:pt x="8640" y="2089"/>
                </a:cubicBezTo>
                <a:cubicBezTo>
                  <a:pt x="8694" y="2318"/>
                  <a:pt x="8675" y="2656"/>
                  <a:pt x="8598" y="2824"/>
                </a:cubicBezTo>
                <a:cubicBezTo>
                  <a:pt x="8542" y="2948"/>
                  <a:pt x="8528" y="3091"/>
                  <a:pt x="8556" y="3256"/>
                </a:cubicBezTo>
                <a:cubicBezTo>
                  <a:pt x="8619" y="3619"/>
                  <a:pt x="8760" y="2908"/>
                  <a:pt x="8801" y="2023"/>
                </a:cubicBezTo>
                <a:cubicBezTo>
                  <a:pt x="8837" y="1233"/>
                  <a:pt x="8815" y="883"/>
                  <a:pt x="8729" y="883"/>
                </a:cubicBezTo>
                <a:close/>
                <a:moveTo>
                  <a:pt x="20633" y="2859"/>
                </a:moveTo>
                <a:lnTo>
                  <a:pt x="19998" y="3422"/>
                </a:lnTo>
                <a:cubicBezTo>
                  <a:pt x="19649" y="3731"/>
                  <a:pt x="19196" y="4134"/>
                  <a:pt x="18992" y="4317"/>
                </a:cubicBezTo>
                <a:cubicBezTo>
                  <a:pt x="18788" y="4500"/>
                  <a:pt x="18460" y="4792"/>
                  <a:pt x="18262" y="4967"/>
                </a:cubicBezTo>
                <a:cubicBezTo>
                  <a:pt x="17838" y="5341"/>
                  <a:pt x="17629" y="5535"/>
                  <a:pt x="17560" y="5617"/>
                </a:cubicBezTo>
                <a:cubicBezTo>
                  <a:pt x="17515" y="5669"/>
                  <a:pt x="17509" y="5759"/>
                  <a:pt x="17509" y="6315"/>
                </a:cubicBezTo>
                <a:cubicBezTo>
                  <a:pt x="17509" y="6665"/>
                  <a:pt x="17501" y="6973"/>
                  <a:pt x="17492" y="7002"/>
                </a:cubicBezTo>
                <a:cubicBezTo>
                  <a:pt x="17483" y="7030"/>
                  <a:pt x="17318" y="6951"/>
                  <a:pt x="17127" y="6823"/>
                </a:cubicBezTo>
                <a:cubicBezTo>
                  <a:pt x="16675" y="6522"/>
                  <a:pt x="16557" y="6525"/>
                  <a:pt x="16273" y="6840"/>
                </a:cubicBezTo>
                <a:cubicBezTo>
                  <a:pt x="16143" y="6983"/>
                  <a:pt x="15799" y="7330"/>
                  <a:pt x="15509" y="7613"/>
                </a:cubicBezTo>
                <a:cubicBezTo>
                  <a:pt x="14731" y="8371"/>
                  <a:pt x="14395" y="8727"/>
                  <a:pt x="14369" y="8820"/>
                </a:cubicBezTo>
                <a:cubicBezTo>
                  <a:pt x="14355" y="8868"/>
                  <a:pt x="14339" y="9917"/>
                  <a:pt x="14329" y="11363"/>
                </a:cubicBezTo>
                <a:cubicBezTo>
                  <a:pt x="14320" y="12717"/>
                  <a:pt x="14303" y="13859"/>
                  <a:pt x="14292" y="13900"/>
                </a:cubicBezTo>
                <a:cubicBezTo>
                  <a:pt x="14281" y="13941"/>
                  <a:pt x="14260" y="13792"/>
                  <a:pt x="14247" y="13572"/>
                </a:cubicBezTo>
                <a:cubicBezTo>
                  <a:pt x="14231" y="13313"/>
                  <a:pt x="14210" y="13185"/>
                  <a:pt x="14186" y="13207"/>
                </a:cubicBezTo>
                <a:cubicBezTo>
                  <a:pt x="14161" y="13231"/>
                  <a:pt x="14147" y="13134"/>
                  <a:pt x="14142" y="12900"/>
                </a:cubicBezTo>
                <a:cubicBezTo>
                  <a:pt x="14138" y="12711"/>
                  <a:pt x="14115" y="12454"/>
                  <a:pt x="14091" y="12329"/>
                </a:cubicBezTo>
                <a:cubicBezTo>
                  <a:pt x="14067" y="12204"/>
                  <a:pt x="14048" y="11994"/>
                  <a:pt x="14048" y="11863"/>
                </a:cubicBezTo>
                <a:cubicBezTo>
                  <a:pt x="14048" y="11389"/>
                  <a:pt x="13967" y="11594"/>
                  <a:pt x="13935" y="12148"/>
                </a:cubicBezTo>
                <a:cubicBezTo>
                  <a:pt x="13919" y="12437"/>
                  <a:pt x="13889" y="12724"/>
                  <a:pt x="13869" y="12786"/>
                </a:cubicBezTo>
                <a:cubicBezTo>
                  <a:pt x="13846" y="12863"/>
                  <a:pt x="13834" y="13087"/>
                  <a:pt x="13834" y="13461"/>
                </a:cubicBezTo>
                <a:cubicBezTo>
                  <a:pt x="13834" y="13913"/>
                  <a:pt x="13826" y="14016"/>
                  <a:pt x="13795" y="14001"/>
                </a:cubicBezTo>
                <a:cubicBezTo>
                  <a:pt x="13749" y="13980"/>
                  <a:pt x="13747" y="14015"/>
                  <a:pt x="13779" y="14353"/>
                </a:cubicBezTo>
                <a:cubicBezTo>
                  <a:pt x="13798" y="14564"/>
                  <a:pt x="13793" y="14625"/>
                  <a:pt x="13745" y="14730"/>
                </a:cubicBezTo>
                <a:cubicBezTo>
                  <a:pt x="13687" y="14857"/>
                  <a:pt x="13667" y="15285"/>
                  <a:pt x="13711" y="15443"/>
                </a:cubicBezTo>
                <a:cubicBezTo>
                  <a:pt x="13754" y="15595"/>
                  <a:pt x="13708" y="15767"/>
                  <a:pt x="13624" y="15767"/>
                </a:cubicBezTo>
                <a:cubicBezTo>
                  <a:pt x="13578" y="15767"/>
                  <a:pt x="13528" y="15837"/>
                  <a:pt x="13513" y="15923"/>
                </a:cubicBezTo>
                <a:cubicBezTo>
                  <a:pt x="13441" y="16334"/>
                  <a:pt x="13433" y="15834"/>
                  <a:pt x="13423" y="10559"/>
                </a:cubicBezTo>
                <a:lnTo>
                  <a:pt x="13413" y="5347"/>
                </a:lnTo>
                <a:lnTo>
                  <a:pt x="13483" y="4969"/>
                </a:lnTo>
                <a:cubicBezTo>
                  <a:pt x="13525" y="4742"/>
                  <a:pt x="13554" y="4457"/>
                  <a:pt x="13554" y="4266"/>
                </a:cubicBezTo>
                <a:lnTo>
                  <a:pt x="13554" y="3946"/>
                </a:lnTo>
                <a:lnTo>
                  <a:pt x="12032" y="4033"/>
                </a:lnTo>
                <a:cubicBezTo>
                  <a:pt x="11196" y="4080"/>
                  <a:pt x="9916" y="4120"/>
                  <a:pt x="9187" y="4120"/>
                </a:cubicBezTo>
                <a:lnTo>
                  <a:pt x="7861" y="4120"/>
                </a:lnTo>
                <a:lnTo>
                  <a:pt x="7988" y="4948"/>
                </a:lnTo>
                <a:lnTo>
                  <a:pt x="8114" y="5777"/>
                </a:lnTo>
                <a:lnTo>
                  <a:pt x="8114" y="10828"/>
                </a:lnTo>
                <a:cubicBezTo>
                  <a:pt x="8114" y="13607"/>
                  <a:pt x="8106" y="15911"/>
                  <a:pt x="8095" y="15949"/>
                </a:cubicBezTo>
                <a:cubicBezTo>
                  <a:pt x="8084" y="15987"/>
                  <a:pt x="8057" y="15903"/>
                  <a:pt x="8035" y="15763"/>
                </a:cubicBezTo>
                <a:cubicBezTo>
                  <a:pt x="8013" y="15622"/>
                  <a:pt x="8004" y="15508"/>
                  <a:pt x="8014" y="15508"/>
                </a:cubicBezTo>
                <a:cubicBezTo>
                  <a:pt x="8051" y="15508"/>
                  <a:pt x="7945" y="15127"/>
                  <a:pt x="7908" y="15123"/>
                </a:cubicBezTo>
                <a:cubicBezTo>
                  <a:pt x="7857" y="15117"/>
                  <a:pt x="7833" y="14875"/>
                  <a:pt x="7865" y="14694"/>
                </a:cubicBezTo>
                <a:cubicBezTo>
                  <a:pt x="7901" y="14485"/>
                  <a:pt x="7896" y="14170"/>
                  <a:pt x="7857" y="14254"/>
                </a:cubicBezTo>
                <a:cubicBezTo>
                  <a:pt x="7812" y="14355"/>
                  <a:pt x="7773" y="14032"/>
                  <a:pt x="7779" y="13604"/>
                </a:cubicBezTo>
                <a:cubicBezTo>
                  <a:pt x="7788" y="12899"/>
                  <a:pt x="7780" y="12765"/>
                  <a:pt x="7732" y="12853"/>
                </a:cubicBezTo>
                <a:cubicBezTo>
                  <a:pt x="7698" y="12915"/>
                  <a:pt x="7682" y="12860"/>
                  <a:pt x="7667" y="12632"/>
                </a:cubicBezTo>
                <a:cubicBezTo>
                  <a:pt x="7656" y="12465"/>
                  <a:pt x="7624" y="12047"/>
                  <a:pt x="7596" y="11703"/>
                </a:cubicBezTo>
                <a:lnTo>
                  <a:pt x="7545" y="11079"/>
                </a:lnTo>
                <a:lnTo>
                  <a:pt x="7503" y="11383"/>
                </a:lnTo>
                <a:cubicBezTo>
                  <a:pt x="7479" y="11551"/>
                  <a:pt x="7450" y="11829"/>
                  <a:pt x="7438" y="11999"/>
                </a:cubicBezTo>
                <a:cubicBezTo>
                  <a:pt x="7426" y="12169"/>
                  <a:pt x="7410" y="12269"/>
                  <a:pt x="7402" y="12223"/>
                </a:cubicBezTo>
                <a:cubicBezTo>
                  <a:pt x="7394" y="12178"/>
                  <a:pt x="7370" y="12235"/>
                  <a:pt x="7348" y="12347"/>
                </a:cubicBezTo>
                <a:cubicBezTo>
                  <a:pt x="7326" y="12462"/>
                  <a:pt x="7281" y="12531"/>
                  <a:pt x="7245" y="12507"/>
                </a:cubicBezTo>
                <a:lnTo>
                  <a:pt x="7182" y="12466"/>
                </a:lnTo>
                <a:lnTo>
                  <a:pt x="7164" y="11049"/>
                </a:lnTo>
                <a:cubicBezTo>
                  <a:pt x="7155" y="10270"/>
                  <a:pt x="7144" y="9626"/>
                  <a:pt x="7141" y="9616"/>
                </a:cubicBezTo>
                <a:cubicBezTo>
                  <a:pt x="7125" y="9551"/>
                  <a:pt x="5699" y="6535"/>
                  <a:pt x="5258" y="5633"/>
                </a:cubicBezTo>
                <a:lnTo>
                  <a:pt x="4729" y="4550"/>
                </a:lnTo>
                <a:lnTo>
                  <a:pt x="4396" y="4819"/>
                </a:lnTo>
                <a:cubicBezTo>
                  <a:pt x="4104" y="5056"/>
                  <a:pt x="4061" y="5122"/>
                  <a:pt x="4046" y="5353"/>
                </a:cubicBezTo>
                <a:cubicBezTo>
                  <a:pt x="4030" y="5598"/>
                  <a:pt x="3977" y="5654"/>
                  <a:pt x="3350" y="6058"/>
                </a:cubicBezTo>
                <a:cubicBezTo>
                  <a:pt x="2787" y="6422"/>
                  <a:pt x="2649" y="6473"/>
                  <a:pt x="2535" y="6364"/>
                </a:cubicBezTo>
                <a:cubicBezTo>
                  <a:pt x="2370" y="6207"/>
                  <a:pt x="2062" y="6472"/>
                  <a:pt x="1990" y="6833"/>
                </a:cubicBezTo>
                <a:cubicBezTo>
                  <a:pt x="1922" y="7176"/>
                  <a:pt x="1228" y="7707"/>
                  <a:pt x="1078" y="7530"/>
                </a:cubicBezTo>
                <a:cubicBezTo>
                  <a:pt x="929" y="7354"/>
                  <a:pt x="705" y="7553"/>
                  <a:pt x="691" y="7874"/>
                </a:cubicBezTo>
                <a:cubicBezTo>
                  <a:pt x="680" y="8099"/>
                  <a:pt x="648" y="8163"/>
                  <a:pt x="456" y="8330"/>
                </a:cubicBezTo>
                <a:lnTo>
                  <a:pt x="360" y="8413"/>
                </a:lnTo>
                <a:lnTo>
                  <a:pt x="359" y="9209"/>
                </a:lnTo>
                <a:cubicBezTo>
                  <a:pt x="359" y="9647"/>
                  <a:pt x="350" y="11314"/>
                  <a:pt x="340" y="12910"/>
                </a:cubicBezTo>
                <a:cubicBezTo>
                  <a:pt x="323" y="15460"/>
                  <a:pt x="316" y="15830"/>
                  <a:pt x="281" y="15977"/>
                </a:cubicBezTo>
                <a:cubicBezTo>
                  <a:pt x="228" y="16202"/>
                  <a:pt x="200" y="16078"/>
                  <a:pt x="217" y="15692"/>
                </a:cubicBezTo>
                <a:cubicBezTo>
                  <a:pt x="230" y="15377"/>
                  <a:pt x="197" y="15250"/>
                  <a:pt x="169" y="15510"/>
                </a:cubicBezTo>
                <a:cubicBezTo>
                  <a:pt x="161" y="15582"/>
                  <a:pt x="145" y="15605"/>
                  <a:pt x="133" y="15562"/>
                </a:cubicBezTo>
                <a:cubicBezTo>
                  <a:pt x="112" y="15487"/>
                  <a:pt x="118" y="14999"/>
                  <a:pt x="144" y="14600"/>
                </a:cubicBezTo>
                <a:cubicBezTo>
                  <a:pt x="153" y="14470"/>
                  <a:pt x="133" y="14341"/>
                  <a:pt x="85" y="14204"/>
                </a:cubicBezTo>
                <a:cubicBezTo>
                  <a:pt x="39" y="14076"/>
                  <a:pt x="19" y="13962"/>
                  <a:pt x="0" y="13643"/>
                </a:cubicBezTo>
                <a:lnTo>
                  <a:pt x="0" y="21590"/>
                </a:lnTo>
                <a:lnTo>
                  <a:pt x="10800" y="21590"/>
                </a:lnTo>
                <a:lnTo>
                  <a:pt x="21600" y="21590"/>
                </a:lnTo>
                <a:lnTo>
                  <a:pt x="21600" y="3841"/>
                </a:lnTo>
                <a:cubicBezTo>
                  <a:pt x="21529" y="3750"/>
                  <a:pt x="21367" y="3572"/>
                  <a:pt x="21142" y="3353"/>
                </a:cubicBezTo>
                <a:lnTo>
                  <a:pt x="20633" y="2859"/>
                </a:lnTo>
                <a:close/>
                <a:moveTo>
                  <a:pt x="9274" y="2954"/>
                </a:moveTo>
                <a:cubicBezTo>
                  <a:pt x="9254" y="2954"/>
                  <a:pt x="9238" y="3046"/>
                  <a:pt x="9238" y="3159"/>
                </a:cubicBezTo>
                <a:cubicBezTo>
                  <a:pt x="9238" y="3387"/>
                  <a:pt x="9286" y="3348"/>
                  <a:pt x="9300" y="3108"/>
                </a:cubicBezTo>
                <a:cubicBezTo>
                  <a:pt x="9305" y="3023"/>
                  <a:pt x="9293" y="2954"/>
                  <a:pt x="9274" y="2954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155" name="第三十三届“冯如杯”竞赛主赛道论文组参赛作品院审答辩"/>
          <p:cNvSpPr/>
          <p:nvPr/>
        </p:nvSpPr>
        <p:spPr>
          <a:xfrm>
            <a:off x="6096000" y="2056173"/>
            <a:ext cx="575651" cy="396875"/>
          </a:xfrm>
          <a:prstGeom prst="lin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>
              <a:defRPr sz="4500"/>
            </a:lvl1pPr>
          </a:lstStyle>
          <a:p>
            <a:endParaRPr sz="2250" dirty="0"/>
          </a:p>
        </p:txBody>
      </p:sp>
      <p:sp>
        <p:nvSpPr>
          <p:cNvPr id="2" name="矩形 1"/>
          <p:cNvSpPr/>
          <p:nvPr/>
        </p:nvSpPr>
        <p:spPr>
          <a:xfrm>
            <a:off x="2823146" y="412163"/>
            <a:ext cx="7399953" cy="29654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958" y="310929"/>
            <a:ext cx="2675965" cy="620782"/>
          </a:xfrm>
          <a:prstGeom prst="rect">
            <a:avLst/>
          </a:prstGeom>
        </p:spPr>
      </p:pic>
      <p:sp>
        <p:nvSpPr>
          <p:cNvPr id="5" name="新型反钙钛矿结构近零热膨胀材料设计与制备"/>
          <p:cNvSpPr txBox="1"/>
          <p:nvPr>
            <p:custDataLst>
              <p:tags r:id="rId4"/>
            </p:custDataLst>
          </p:nvPr>
        </p:nvSpPr>
        <p:spPr>
          <a:xfrm>
            <a:off x="1481455" y="2127885"/>
            <a:ext cx="8976360" cy="72771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9000" b="1">
                <a:solidFill>
                  <a:srgbClr val="2C66B1"/>
                </a:solidFill>
              </a:defRPr>
            </a:lvl1pPr>
          </a:lstStyle>
          <a:p>
            <a:pPr algn="ctr"/>
            <a:r>
              <a:rPr lang="zh-CN" altLang="en-US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爱团：本地生活服务综合平台</a:t>
            </a:r>
            <a:endParaRPr lang="zh-CN" altLang="en-US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冯如杯论文组参赛作品"/>
          <p:cNvSpPr/>
          <p:nvPr>
            <p:custDataLst>
              <p:tags r:id="rId5"/>
            </p:custDataLst>
          </p:nvPr>
        </p:nvSpPr>
        <p:spPr>
          <a:xfrm>
            <a:off x="2654935" y="3597275"/>
            <a:ext cx="6881495" cy="530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19959" y="10800"/>
                </a:lnTo>
                <a:lnTo>
                  <a:pt x="21600" y="21600"/>
                </a:lnTo>
                <a:lnTo>
                  <a:pt x="0" y="21600"/>
                </a:lnTo>
                <a:lnTo>
                  <a:pt x="1677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2C66B1"/>
          </a:solidFill>
          <a:ln w="12700">
            <a:miter lim="400000"/>
          </a:ln>
        </p:spPr>
        <p:txBody>
          <a:bodyPr lIns="25400" tIns="25400" rIns="25400" bIns="25400" anchor="ctr"/>
          <a:lstStyle>
            <a:lvl1pPr defTabSz="825500">
              <a:defRPr sz="5400" b="1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目录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Google Shape;95;p14"/>
          <p:cNvSpPr txBox="1"/>
          <p:nvPr>
            <p:custDataLst>
              <p:tags r:id="rId1"/>
            </p:custDataLst>
          </p:nvPr>
        </p:nvSpPr>
        <p:spPr>
          <a:xfrm>
            <a:off x="6359302" y="1933041"/>
            <a:ext cx="47625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21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Google Shape;96;p14"/>
          <p:cNvSpPr txBox="1"/>
          <p:nvPr>
            <p:custDataLst>
              <p:tags r:id="rId2"/>
            </p:custDataLst>
          </p:nvPr>
        </p:nvSpPr>
        <p:spPr>
          <a:xfrm>
            <a:off x="6359302" y="2645481"/>
            <a:ext cx="476250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</a:t>
            </a:r>
            <a:r>
              <a:rPr lang="zh-CN" altLang="en-US" sz="21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与设计</a:t>
            </a:r>
            <a:endParaRPr lang="zh-CN" altLang="en-US" sz="21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Google Shape;97;p14"/>
          <p:cNvSpPr txBox="1"/>
          <p:nvPr>
            <p:custDataLst>
              <p:tags r:id="rId3"/>
            </p:custDataLst>
          </p:nvPr>
        </p:nvSpPr>
        <p:spPr>
          <a:xfrm>
            <a:off x="6359302" y="3357921"/>
            <a:ext cx="476250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</a:t>
            </a:r>
            <a:r>
              <a:rPr lang="zh-CN" altLang="en-US" sz="21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与部署</a:t>
            </a:r>
            <a:endParaRPr lang="zh-CN" altLang="en-US" sz="21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Google Shape;98;p14"/>
          <p:cNvSpPr txBox="1"/>
          <p:nvPr>
            <p:custDataLst>
              <p:tags r:id="rId4"/>
            </p:custDataLst>
          </p:nvPr>
        </p:nvSpPr>
        <p:spPr>
          <a:xfrm>
            <a:off x="6359302" y="4070362"/>
            <a:ext cx="476250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zh-CN" altLang="en-US" sz="21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过程</a:t>
            </a:r>
            <a:endParaRPr lang="zh-CN" altLang="en-US" sz="21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Google Shape;99;p14"/>
          <p:cNvSpPr txBox="1"/>
          <p:nvPr>
            <p:custDataLst>
              <p:tags r:id="rId5"/>
            </p:custDataLst>
          </p:nvPr>
        </p:nvSpPr>
        <p:spPr>
          <a:xfrm>
            <a:off x="6359302" y="4782802"/>
            <a:ext cx="476250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功能介绍</a:t>
            </a:r>
            <a:r>
              <a:rPr lang="zh-CN" altLang="en-US" sz="21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与演示</a:t>
            </a:r>
            <a:endParaRPr lang="zh-CN" altLang="en-US" sz="21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Google Shape;100;p14"/>
          <p:cNvSpPr txBox="1"/>
          <p:nvPr>
            <p:custDataLst>
              <p:tags r:id="rId6"/>
            </p:custDataLst>
          </p:nvPr>
        </p:nvSpPr>
        <p:spPr>
          <a:xfrm>
            <a:off x="6032500" y="1913724"/>
            <a:ext cx="35814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0</a:t>
            </a:r>
            <a:endParaRPr lang="en-US" sz="2100" b="1" i="0" u="none" strike="noStrike" cap="none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8" name="Google Shape;101;p14"/>
          <p:cNvSpPr txBox="1"/>
          <p:nvPr>
            <p:custDataLst>
              <p:tags r:id="rId7"/>
            </p:custDataLst>
          </p:nvPr>
        </p:nvSpPr>
        <p:spPr>
          <a:xfrm>
            <a:off x="6032500" y="2639695"/>
            <a:ext cx="32639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0</a:t>
            </a:r>
            <a:endParaRPr lang="en-US" sz="2100" b="1" i="0" u="none" strike="noStrike" cap="none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9" name="Google Shape;102;p14"/>
          <p:cNvSpPr txBox="1"/>
          <p:nvPr>
            <p:custDataLst>
              <p:tags r:id="rId8"/>
            </p:custDataLst>
          </p:nvPr>
        </p:nvSpPr>
        <p:spPr>
          <a:xfrm>
            <a:off x="6032500" y="3338830"/>
            <a:ext cx="25654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0</a:t>
            </a:r>
            <a:endParaRPr lang="en-US" sz="2100" b="1" i="0" u="none" strike="noStrike" cap="none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0" name="Google Shape;103;p14"/>
          <p:cNvSpPr txBox="1"/>
          <p:nvPr>
            <p:custDataLst>
              <p:tags r:id="rId9"/>
            </p:custDataLst>
          </p:nvPr>
        </p:nvSpPr>
        <p:spPr>
          <a:xfrm>
            <a:off x="6032500" y="4051300"/>
            <a:ext cx="32639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0</a:t>
            </a:r>
            <a:endParaRPr lang="en-US" sz="2100" b="1" i="0" u="none" strike="noStrike" cap="none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1" name="Google Shape;104;p14"/>
          <p:cNvSpPr txBox="1"/>
          <p:nvPr>
            <p:custDataLst>
              <p:tags r:id="rId10"/>
            </p:custDataLst>
          </p:nvPr>
        </p:nvSpPr>
        <p:spPr>
          <a:xfrm>
            <a:off x="6032500" y="4763770"/>
            <a:ext cx="25654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0</a:t>
            </a:r>
            <a:endParaRPr lang="en-US" sz="2100" b="1" i="0" u="none" strike="noStrike" cap="none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13" name="图片 12" descr="740baa6c348a2a8778c11ee0ae8b0aa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9895" y="1359535"/>
            <a:ext cx="2269490" cy="496824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253355" y="1687830"/>
            <a:ext cx="5719445" cy="424497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" descr="Picture 1"/>
          <p:cNvPicPr>
            <a:picLocks noChangeAspect="1"/>
          </p:cNvPicPr>
          <p:nvPr/>
        </p:nvPicPr>
        <p:blipFill>
          <a:blip r:embed="rId1"/>
          <a:srcRect l="3027" t="71036" r="3027"/>
          <a:stretch>
            <a:fillRect/>
          </a:stretch>
        </p:blipFill>
        <p:spPr>
          <a:xfrm>
            <a:off x="-4366" y="4738347"/>
            <a:ext cx="12200732" cy="2115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0" extrusionOk="0">
                <a:moveTo>
                  <a:pt x="12883" y="0"/>
                </a:moveTo>
                <a:cubicBezTo>
                  <a:pt x="12873" y="3"/>
                  <a:pt x="12860" y="35"/>
                  <a:pt x="12846" y="101"/>
                </a:cubicBezTo>
                <a:cubicBezTo>
                  <a:pt x="12827" y="191"/>
                  <a:pt x="12796" y="229"/>
                  <a:pt x="12775" y="184"/>
                </a:cubicBezTo>
                <a:cubicBezTo>
                  <a:pt x="12754" y="137"/>
                  <a:pt x="12728" y="187"/>
                  <a:pt x="12713" y="302"/>
                </a:cubicBezTo>
                <a:cubicBezTo>
                  <a:pt x="12699" y="411"/>
                  <a:pt x="12656" y="514"/>
                  <a:pt x="12618" y="530"/>
                </a:cubicBezTo>
                <a:cubicBezTo>
                  <a:pt x="12554" y="558"/>
                  <a:pt x="12550" y="587"/>
                  <a:pt x="12566" y="909"/>
                </a:cubicBezTo>
                <a:cubicBezTo>
                  <a:pt x="12578" y="1152"/>
                  <a:pt x="12573" y="1303"/>
                  <a:pt x="12551" y="1409"/>
                </a:cubicBezTo>
                <a:cubicBezTo>
                  <a:pt x="12534" y="1493"/>
                  <a:pt x="12519" y="1643"/>
                  <a:pt x="12519" y="1741"/>
                </a:cubicBezTo>
                <a:cubicBezTo>
                  <a:pt x="12519" y="2003"/>
                  <a:pt x="12602" y="2436"/>
                  <a:pt x="12653" y="2436"/>
                </a:cubicBezTo>
                <a:cubicBezTo>
                  <a:pt x="12715" y="2436"/>
                  <a:pt x="12735" y="2699"/>
                  <a:pt x="12679" y="2784"/>
                </a:cubicBezTo>
                <a:cubicBezTo>
                  <a:pt x="12625" y="2865"/>
                  <a:pt x="12620" y="2967"/>
                  <a:pt x="12659" y="3189"/>
                </a:cubicBezTo>
                <a:cubicBezTo>
                  <a:pt x="12716" y="3520"/>
                  <a:pt x="12767" y="3278"/>
                  <a:pt x="12767" y="2673"/>
                </a:cubicBezTo>
                <a:cubicBezTo>
                  <a:pt x="12767" y="2521"/>
                  <a:pt x="12785" y="2384"/>
                  <a:pt x="12812" y="2345"/>
                </a:cubicBezTo>
                <a:cubicBezTo>
                  <a:pt x="12862" y="2268"/>
                  <a:pt x="12868" y="2165"/>
                  <a:pt x="12832" y="1956"/>
                </a:cubicBezTo>
                <a:cubicBezTo>
                  <a:pt x="12796" y="1753"/>
                  <a:pt x="12823" y="1565"/>
                  <a:pt x="12902" y="1466"/>
                </a:cubicBezTo>
                <a:cubicBezTo>
                  <a:pt x="12977" y="1371"/>
                  <a:pt x="12993" y="1142"/>
                  <a:pt x="12925" y="1142"/>
                </a:cubicBezTo>
                <a:cubicBezTo>
                  <a:pt x="12863" y="1142"/>
                  <a:pt x="12854" y="983"/>
                  <a:pt x="12892" y="561"/>
                </a:cubicBezTo>
                <a:cubicBezTo>
                  <a:pt x="12921" y="235"/>
                  <a:pt x="12912" y="-10"/>
                  <a:pt x="12883" y="0"/>
                </a:cubicBezTo>
                <a:close/>
                <a:moveTo>
                  <a:pt x="9425" y="496"/>
                </a:moveTo>
                <a:cubicBezTo>
                  <a:pt x="9381" y="496"/>
                  <a:pt x="9372" y="553"/>
                  <a:pt x="9377" y="779"/>
                </a:cubicBezTo>
                <a:cubicBezTo>
                  <a:pt x="9383" y="1004"/>
                  <a:pt x="9369" y="1092"/>
                  <a:pt x="9311" y="1188"/>
                </a:cubicBezTo>
                <a:cubicBezTo>
                  <a:pt x="9271" y="1256"/>
                  <a:pt x="9238" y="1388"/>
                  <a:pt x="9238" y="1484"/>
                </a:cubicBezTo>
                <a:cubicBezTo>
                  <a:pt x="9238" y="1698"/>
                  <a:pt x="9265" y="1710"/>
                  <a:pt x="9300" y="1512"/>
                </a:cubicBezTo>
                <a:cubicBezTo>
                  <a:pt x="9314" y="1432"/>
                  <a:pt x="9342" y="1405"/>
                  <a:pt x="9363" y="1452"/>
                </a:cubicBezTo>
                <a:cubicBezTo>
                  <a:pt x="9399" y="1530"/>
                  <a:pt x="9399" y="1553"/>
                  <a:pt x="9361" y="1794"/>
                </a:cubicBezTo>
                <a:cubicBezTo>
                  <a:pt x="9322" y="2044"/>
                  <a:pt x="9322" y="2065"/>
                  <a:pt x="9369" y="2432"/>
                </a:cubicBezTo>
                <a:cubicBezTo>
                  <a:pt x="9396" y="2641"/>
                  <a:pt x="9408" y="2843"/>
                  <a:pt x="9396" y="2885"/>
                </a:cubicBezTo>
                <a:cubicBezTo>
                  <a:pt x="9384" y="2927"/>
                  <a:pt x="9380" y="3048"/>
                  <a:pt x="9387" y="3152"/>
                </a:cubicBezTo>
                <a:cubicBezTo>
                  <a:pt x="9406" y="3431"/>
                  <a:pt x="9463" y="3385"/>
                  <a:pt x="9463" y="3092"/>
                </a:cubicBezTo>
                <a:cubicBezTo>
                  <a:pt x="9463" y="2746"/>
                  <a:pt x="9497" y="2655"/>
                  <a:pt x="9552" y="2853"/>
                </a:cubicBezTo>
                <a:cubicBezTo>
                  <a:pt x="9591" y="2991"/>
                  <a:pt x="9603" y="2987"/>
                  <a:pt x="9620" y="2830"/>
                </a:cubicBezTo>
                <a:cubicBezTo>
                  <a:pt x="9646" y="2585"/>
                  <a:pt x="9628" y="2436"/>
                  <a:pt x="9573" y="2436"/>
                </a:cubicBezTo>
                <a:cubicBezTo>
                  <a:pt x="9514" y="2436"/>
                  <a:pt x="9491" y="2053"/>
                  <a:pt x="9538" y="1853"/>
                </a:cubicBezTo>
                <a:cubicBezTo>
                  <a:pt x="9593" y="1621"/>
                  <a:pt x="9584" y="1551"/>
                  <a:pt x="9496" y="1506"/>
                </a:cubicBezTo>
                <a:cubicBezTo>
                  <a:pt x="9373" y="1444"/>
                  <a:pt x="9393" y="1212"/>
                  <a:pt x="9525" y="1168"/>
                </a:cubicBezTo>
                <a:cubicBezTo>
                  <a:pt x="9640" y="1130"/>
                  <a:pt x="9696" y="883"/>
                  <a:pt x="9589" y="883"/>
                </a:cubicBezTo>
                <a:cubicBezTo>
                  <a:pt x="9560" y="883"/>
                  <a:pt x="9523" y="795"/>
                  <a:pt x="9508" y="688"/>
                </a:cubicBezTo>
                <a:cubicBezTo>
                  <a:pt x="9492" y="582"/>
                  <a:pt x="9455" y="496"/>
                  <a:pt x="9425" y="496"/>
                </a:cubicBezTo>
                <a:close/>
                <a:moveTo>
                  <a:pt x="10543" y="496"/>
                </a:moveTo>
                <a:cubicBezTo>
                  <a:pt x="10467" y="496"/>
                  <a:pt x="10444" y="613"/>
                  <a:pt x="10476" y="834"/>
                </a:cubicBezTo>
                <a:cubicBezTo>
                  <a:pt x="10510" y="1069"/>
                  <a:pt x="10480" y="1330"/>
                  <a:pt x="10441" y="1142"/>
                </a:cubicBezTo>
                <a:cubicBezTo>
                  <a:pt x="10418" y="1034"/>
                  <a:pt x="10402" y="1070"/>
                  <a:pt x="10377" y="1282"/>
                </a:cubicBezTo>
                <a:cubicBezTo>
                  <a:pt x="10332" y="1653"/>
                  <a:pt x="10352" y="1905"/>
                  <a:pt x="10424" y="1877"/>
                </a:cubicBezTo>
                <a:cubicBezTo>
                  <a:pt x="10473" y="1858"/>
                  <a:pt x="10485" y="1923"/>
                  <a:pt x="10498" y="2280"/>
                </a:cubicBezTo>
                <a:cubicBezTo>
                  <a:pt x="10511" y="2620"/>
                  <a:pt x="10505" y="2730"/>
                  <a:pt x="10472" y="2835"/>
                </a:cubicBezTo>
                <a:cubicBezTo>
                  <a:pt x="10448" y="2906"/>
                  <a:pt x="10429" y="3025"/>
                  <a:pt x="10429" y="3102"/>
                </a:cubicBezTo>
                <a:cubicBezTo>
                  <a:pt x="10429" y="3191"/>
                  <a:pt x="10451" y="3206"/>
                  <a:pt x="10491" y="3144"/>
                </a:cubicBezTo>
                <a:cubicBezTo>
                  <a:pt x="10525" y="3091"/>
                  <a:pt x="10587" y="3012"/>
                  <a:pt x="10630" y="2968"/>
                </a:cubicBezTo>
                <a:cubicBezTo>
                  <a:pt x="10719" y="2876"/>
                  <a:pt x="10747" y="2606"/>
                  <a:pt x="10673" y="2545"/>
                </a:cubicBezTo>
                <a:cubicBezTo>
                  <a:pt x="10571" y="2460"/>
                  <a:pt x="10640" y="1273"/>
                  <a:pt x="10747" y="1273"/>
                </a:cubicBezTo>
                <a:cubicBezTo>
                  <a:pt x="10770" y="1273"/>
                  <a:pt x="10789" y="1220"/>
                  <a:pt x="10789" y="1158"/>
                </a:cubicBezTo>
                <a:cubicBezTo>
                  <a:pt x="10789" y="940"/>
                  <a:pt x="10730" y="765"/>
                  <a:pt x="10681" y="838"/>
                </a:cubicBezTo>
                <a:cubicBezTo>
                  <a:pt x="10648" y="888"/>
                  <a:pt x="10627" y="845"/>
                  <a:pt x="10618" y="704"/>
                </a:cubicBezTo>
                <a:cubicBezTo>
                  <a:pt x="10610" y="583"/>
                  <a:pt x="10578" y="496"/>
                  <a:pt x="10543" y="496"/>
                </a:cubicBezTo>
                <a:close/>
                <a:moveTo>
                  <a:pt x="11024" y="496"/>
                </a:moveTo>
                <a:cubicBezTo>
                  <a:pt x="10978" y="496"/>
                  <a:pt x="10946" y="920"/>
                  <a:pt x="10946" y="1535"/>
                </a:cubicBezTo>
                <a:cubicBezTo>
                  <a:pt x="10946" y="1964"/>
                  <a:pt x="10937" y="2086"/>
                  <a:pt x="10901" y="2140"/>
                </a:cubicBezTo>
                <a:cubicBezTo>
                  <a:pt x="10849" y="2218"/>
                  <a:pt x="10845" y="2339"/>
                  <a:pt x="10883" y="2687"/>
                </a:cubicBezTo>
                <a:cubicBezTo>
                  <a:pt x="10907" y="2911"/>
                  <a:pt x="10912" y="2915"/>
                  <a:pt x="10936" y="2727"/>
                </a:cubicBezTo>
                <a:cubicBezTo>
                  <a:pt x="10960" y="2541"/>
                  <a:pt x="10966" y="2548"/>
                  <a:pt x="10989" y="2800"/>
                </a:cubicBezTo>
                <a:cubicBezTo>
                  <a:pt x="11022" y="3156"/>
                  <a:pt x="11027" y="3154"/>
                  <a:pt x="11120" y="2745"/>
                </a:cubicBezTo>
                <a:lnTo>
                  <a:pt x="11197" y="2407"/>
                </a:lnTo>
                <a:lnTo>
                  <a:pt x="11241" y="2681"/>
                </a:lnTo>
                <a:cubicBezTo>
                  <a:pt x="11298" y="3035"/>
                  <a:pt x="11373" y="3043"/>
                  <a:pt x="11373" y="2695"/>
                </a:cubicBezTo>
                <a:cubicBezTo>
                  <a:pt x="11373" y="2411"/>
                  <a:pt x="11340" y="2350"/>
                  <a:pt x="11315" y="2585"/>
                </a:cubicBezTo>
                <a:cubicBezTo>
                  <a:pt x="11304" y="2689"/>
                  <a:pt x="11290" y="2663"/>
                  <a:pt x="11269" y="2500"/>
                </a:cubicBezTo>
                <a:cubicBezTo>
                  <a:pt x="11236" y="2243"/>
                  <a:pt x="11249" y="1713"/>
                  <a:pt x="11296" y="1401"/>
                </a:cubicBezTo>
                <a:cubicBezTo>
                  <a:pt x="11335" y="1142"/>
                  <a:pt x="11288" y="755"/>
                  <a:pt x="11218" y="755"/>
                </a:cubicBezTo>
                <a:cubicBezTo>
                  <a:pt x="11180" y="755"/>
                  <a:pt x="11169" y="820"/>
                  <a:pt x="11175" y="1030"/>
                </a:cubicBezTo>
                <a:cubicBezTo>
                  <a:pt x="11179" y="1190"/>
                  <a:pt x="11165" y="1367"/>
                  <a:pt x="11141" y="1452"/>
                </a:cubicBezTo>
                <a:cubicBezTo>
                  <a:pt x="11109" y="1568"/>
                  <a:pt x="11095" y="1548"/>
                  <a:pt x="11069" y="1348"/>
                </a:cubicBezTo>
                <a:cubicBezTo>
                  <a:pt x="11046" y="1169"/>
                  <a:pt x="11043" y="1052"/>
                  <a:pt x="11061" y="931"/>
                </a:cubicBezTo>
                <a:cubicBezTo>
                  <a:pt x="11089" y="735"/>
                  <a:pt x="11069" y="496"/>
                  <a:pt x="11024" y="496"/>
                </a:cubicBezTo>
                <a:close/>
                <a:moveTo>
                  <a:pt x="12192" y="617"/>
                </a:moveTo>
                <a:cubicBezTo>
                  <a:pt x="12173" y="637"/>
                  <a:pt x="12159" y="781"/>
                  <a:pt x="12164" y="1039"/>
                </a:cubicBezTo>
                <a:cubicBezTo>
                  <a:pt x="12170" y="1407"/>
                  <a:pt x="12163" y="1466"/>
                  <a:pt x="12098" y="1575"/>
                </a:cubicBezTo>
                <a:cubicBezTo>
                  <a:pt x="12013" y="1718"/>
                  <a:pt x="12003" y="1882"/>
                  <a:pt x="12076" y="1942"/>
                </a:cubicBezTo>
                <a:cubicBezTo>
                  <a:pt x="12147" y="2000"/>
                  <a:pt x="12138" y="2333"/>
                  <a:pt x="12059" y="2563"/>
                </a:cubicBezTo>
                <a:lnTo>
                  <a:pt x="11991" y="2758"/>
                </a:lnTo>
                <a:lnTo>
                  <a:pt x="12057" y="2802"/>
                </a:lnTo>
                <a:cubicBezTo>
                  <a:pt x="12105" y="2834"/>
                  <a:pt x="12134" y="2765"/>
                  <a:pt x="12164" y="2545"/>
                </a:cubicBezTo>
                <a:lnTo>
                  <a:pt x="12206" y="2241"/>
                </a:lnTo>
                <a:lnTo>
                  <a:pt x="12256" y="2590"/>
                </a:lnTo>
                <a:cubicBezTo>
                  <a:pt x="12294" y="2856"/>
                  <a:pt x="12327" y="2940"/>
                  <a:pt x="12395" y="2946"/>
                </a:cubicBezTo>
                <a:lnTo>
                  <a:pt x="12483" y="2954"/>
                </a:lnTo>
                <a:lnTo>
                  <a:pt x="12367" y="2482"/>
                </a:lnTo>
                <a:cubicBezTo>
                  <a:pt x="12241" y="1973"/>
                  <a:pt x="12224" y="1802"/>
                  <a:pt x="12294" y="1697"/>
                </a:cubicBezTo>
                <a:cubicBezTo>
                  <a:pt x="12347" y="1618"/>
                  <a:pt x="12356" y="1273"/>
                  <a:pt x="12305" y="1273"/>
                </a:cubicBezTo>
                <a:cubicBezTo>
                  <a:pt x="12287" y="1273"/>
                  <a:pt x="12261" y="1125"/>
                  <a:pt x="12250" y="947"/>
                </a:cubicBezTo>
                <a:cubicBezTo>
                  <a:pt x="12233" y="702"/>
                  <a:pt x="12210" y="598"/>
                  <a:pt x="12192" y="617"/>
                </a:cubicBezTo>
                <a:close/>
                <a:moveTo>
                  <a:pt x="8969" y="626"/>
                </a:moveTo>
                <a:cubicBezTo>
                  <a:pt x="8934" y="626"/>
                  <a:pt x="8925" y="708"/>
                  <a:pt x="8927" y="1045"/>
                </a:cubicBezTo>
                <a:cubicBezTo>
                  <a:pt x="8929" y="1276"/>
                  <a:pt x="8923" y="1652"/>
                  <a:pt x="8914" y="1879"/>
                </a:cubicBezTo>
                <a:cubicBezTo>
                  <a:pt x="8904" y="2121"/>
                  <a:pt x="8908" y="2405"/>
                  <a:pt x="8923" y="2565"/>
                </a:cubicBezTo>
                <a:cubicBezTo>
                  <a:pt x="8943" y="2782"/>
                  <a:pt x="8966" y="2829"/>
                  <a:pt x="9032" y="2798"/>
                </a:cubicBezTo>
                <a:cubicBezTo>
                  <a:pt x="9131" y="2750"/>
                  <a:pt x="9141" y="2529"/>
                  <a:pt x="9047" y="2436"/>
                </a:cubicBezTo>
                <a:cubicBezTo>
                  <a:pt x="8955" y="2344"/>
                  <a:pt x="8951" y="1807"/>
                  <a:pt x="9041" y="1559"/>
                </a:cubicBezTo>
                <a:cubicBezTo>
                  <a:pt x="9114" y="1357"/>
                  <a:pt x="9120" y="1199"/>
                  <a:pt x="9058" y="1105"/>
                </a:cubicBezTo>
                <a:cubicBezTo>
                  <a:pt x="9033" y="1068"/>
                  <a:pt x="9013" y="945"/>
                  <a:pt x="9013" y="832"/>
                </a:cubicBezTo>
                <a:cubicBezTo>
                  <a:pt x="9013" y="713"/>
                  <a:pt x="8995" y="626"/>
                  <a:pt x="8969" y="626"/>
                </a:cubicBezTo>
                <a:close/>
                <a:moveTo>
                  <a:pt x="9920" y="630"/>
                </a:moveTo>
                <a:cubicBezTo>
                  <a:pt x="9860" y="635"/>
                  <a:pt x="9793" y="1209"/>
                  <a:pt x="9819" y="1496"/>
                </a:cubicBezTo>
                <a:cubicBezTo>
                  <a:pt x="9845" y="1788"/>
                  <a:pt x="9812" y="2308"/>
                  <a:pt x="9767" y="2308"/>
                </a:cubicBezTo>
                <a:cubicBezTo>
                  <a:pt x="9748" y="2308"/>
                  <a:pt x="9733" y="2380"/>
                  <a:pt x="9733" y="2470"/>
                </a:cubicBezTo>
                <a:cubicBezTo>
                  <a:pt x="9733" y="2698"/>
                  <a:pt x="9814" y="2965"/>
                  <a:pt x="9855" y="2873"/>
                </a:cubicBezTo>
                <a:cubicBezTo>
                  <a:pt x="9874" y="2830"/>
                  <a:pt x="9895" y="2880"/>
                  <a:pt x="9902" y="2988"/>
                </a:cubicBezTo>
                <a:cubicBezTo>
                  <a:pt x="9920" y="3254"/>
                  <a:pt x="10014" y="2995"/>
                  <a:pt x="10046" y="2592"/>
                </a:cubicBezTo>
                <a:cubicBezTo>
                  <a:pt x="10071" y="2281"/>
                  <a:pt x="10115" y="2313"/>
                  <a:pt x="10115" y="2642"/>
                </a:cubicBezTo>
                <a:cubicBezTo>
                  <a:pt x="10115" y="2871"/>
                  <a:pt x="10211" y="3145"/>
                  <a:pt x="10257" y="3045"/>
                </a:cubicBezTo>
                <a:cubicBezTo>
                  <a:pt x="10277" y="2999"/>
                  <a:pt x="10285" y="2858"/>
                  <a:pt x="10278" y="2648"/>
                </a:cubicBezTo>
                <a:cubicBezTo>
                  <a:pt x="10269" y="2366"/>
                  <a:pt x="10262" y="2343"/>
                  <a:pt x="10225" y="2474"/>
                </a:cubicBezTo>
                <a:cubicBezTo>
                  <a:pt x="10162" y="2701"/>
                  <a:pt x="10130" y="2444"/>
                  <a:pt x="10149" y="1861"/>
                </a:cubicBezTo>
                <a:cubicBezTo>
                  <a:pt x="10158" y="1597"/>
                  <a:pt x="10178" y="1351"/>
                  <a:pt x="10194" y="1316"/>
                </a:cubicBezTo>
                <a:cubicBezTo>
                  <a:pt x="10216" y="1268"/>
                  <a:pt x="10212" y="1189"/>
                  <a:pt x="10180" y="1004"/>
                </a:cubicBezTo>
                <a:cubicBezTo>
                  <a:pt x="10126" y="694"/>
                  <a:pt x="10073" y="685"/>
                  <a:pt x="10054" y="982"/>
                </a:cubicBezTo>
                <a:cubicBezTo>
                  <a:pt x="10046" y="1106"/>
                  <a:pt x="10030" y="1281"/>
                  <a:pt x="10018" y="1371"/>
                </a:cubicBezTo>
                <a:cubicBezTo>
                  <a:pt x="9984" y="1629"/>
                  <a:pt x="9932" y="1308"/>
                  <a:pt x="9949" y="933"/>
                </a:cubicBezTo>
                <a:cubicBezTo>
                  <a:pt x="9959" y="690"/>
                  <a:pt x="9953" y="626"/>
                  <a:pt x="9920" y="630"/>
                </a:cubicBezTo>
                <a:close/>
                <a:moveTo>
                  <a:pt x="11745" y="632"/>
                </a:moveTo>
                <a:cubicBezTo>
                  <a:pt x="11723" y="637"/>
                  <a:pt x="11688" y="680"/>
                  <a:pt x="11638" y="761"/>
                </a:cubicBezTo>
                <a:cubicBezTo>
                  <a:pt x="11554" y="895"/>
                  <a:pt x="11554" y="896"/>
                  <a:pt x="11590" y="1219"/>
                </a:cubicBezTo>
                <a:cubicBezTo>
                  <a:pt x="11626" y="1529"/>
                  <a:pt x="11625" y="1546"/>
                  <a:pt x="11579" y="1616"/>
                </a:cubicBezTo>
                <a:cubicBezTo>
                  <a:pt x="11524" y="1698"/>
                  <a:pt x="11519" y="1799"/>
                  <a:pt x="11557" y="2017"/>
                </a:cubicBezTo>
                <a:cubicBezTo>
                  <a:pt x="11587" y="2194"/>
                  <a:pt x="11545" y="2567"/>
                  <a:pt x="11494" y="2567"/>
                </a:cubicBezTo>
                <a:cubicBezTo>
                  <a:pt x="11477" y="2567"/>
                  <a:pt x="11463" y="2630"/>
                  <a:pt x="11463" y="2709"/>
                </a:cubicBezTo>
                <a:cubicBezTo>
                  <a:pt x="11463" y="2896"/>
                  <a:pt x="11574" y="2741"/>
                  <a:pt x="11623" y="2484"/>
                </a:cubicBezTo>
                <a:cubicBezTo>
                  <a:pt x="11656" y="2315"/>
                  <a:pt x="11667" y="2330"/>
                  <a:pt x="11725" y="2620"/>
                </a:cubicBezTo>
                <a:cubicBezTo>
                  <a:pt x="11763" y="2814"/>
                  <a:pt x="11817" y="2948"/>
                  <a:pt x="11858" y="2950"/>
                </a:cubicBezTo>
                <a:cubicBezTo>
                  <a:pt x="11962" y="2956"/>
                  <a:pt x="11968" y="2810"/>
                  <a:pt x="11873" y="2559"/>
                </a:cubicBezTo>
                <a:cubicBezTo>
                  <a:pt x="11827" y="2436"/>
                  <a:pt x="11769" y="2240"/>
                  <a:pt x="11744" y="2124"/>
                </a:cubicBezTo>
                <a:cubicBezTo>
                  <a:pt x="11699" y="1913"/>
                  <a:pt x="11699" y="1909"/>
                  <a:pt x="11750" y="1703"/>
                </a:cubicBezTo>
                <a:cubicBezTo>
                  <a:pt x="11798" y="1508"/>
                  <a:pt x="11798" y="1487"/>
                  <a:pt x="11761" y="1328"/>
                </a:cubicBezTo>
                <a:cubicBezTo>
                  <a:pt x="11729" y="1193"/>
                  <a:pt x="11727" y="1127"/>
                  <a:pt x="11750" y="996"/>
                </a:cubicBezTo>
                <a:cubicBezTo>
                  <a:pt x="11765" y="906"/>
                  <a:pt x="11778" y="786"/>
                  <a:pt x="11778" y="729"/>
                </a:cubicBezTo>
                <a:cubicBezTo>
                  <a:pt x="11778" y="660"/>
                  <a:pt x="11768" y="626"/>
                  <a:pt x="11745" y="632"/>
                </a:cubicBezTo>
                <a:close/>
                <a:moveTo>
                  <a:pt x="8729" y="883"/>
                </a:moveTo>
                <a:cubicBezTo>
                  <a:pt x="8680" y="883"/>
                  <a:pt x="8673" y="930"/>
                  <a:pt x="8684" y="1176"/>
                </a:cubicBezTo>
                <a:cubicBezTo>
                  <a:pt x="8694" y="1385"/>
                  <a:pt x="8683" y="1529"/>
                  <a:pt x="8648" y="1686"/>
                </a:cubicBezTo>
                <a:cubicBezTo>
                  <a:pt x="8599" y="1901"/>
                  <a:pt x="8599" y="1912"/>
                  <a:pt x="8640" y="2089"/>
                </a:cubicBezTo>
                <a:cubicBezTo>
                  <a:pt x="8694" y="2318"/>
                  <a:pt x="8675" y="2656"/>
                  <a:pt x="8598" y="2824"/>
                </a:cubicBezTo>
                <a:cubicBezTo>
                  <a:pt x="8542" y="2948"/>
                  <a:pt x="8528" y="3091"/>
                  <a:pt x="8556" y="3256"/>
                </a:cubicBezTo>
                <a:cubicBezTo>
                  <a:pt x="8619" y="3619"/>
                  <a:pt x="8760" y="2908"/>
                  <a:pt x="8801" y="2023"/>
                </a:cubicBezTo>
                <a:cubicBezTo>
                  <a:pt x="8837" y="1233"/>
                  <a:pt x="8815" y="883"/>
                  <a:pt x="8729" y="883"/>
                </a:cubicBezTo>
                <a:close/>
                <a:moveTo>
                  <a:pt x="20633" y="2859"/>
                </a:moveTo>
                <a:lnTo>
                  <a:pt x="19998" y="3422"/>
                </a:lnTo>
                <a:cubicBezTo>
                  <a:pt x="19649" y="3731"/>
                  <a:pt x="19196" y="4134"/>
                  <a:pt x="18992" y="4317"/>
                </a:cubicBezTo>
                <a:cubicBezTo>
                  <a:pt x="18788" y="4500"/>
                  <a:pt x="18460" y="4792"/>
                  <a:pt x="18262" y="4967"/>
                </a:cubicBezTo>
                <a:cubicBezTo>
                  <a:pt x="17838" y="5341"/>
                  <a:pt x="17629" y="5535"/>
                  <a:pt x="17560" y="5617"/>
                </a:cubicBezTo>
                <a:cubicBezTo>
                  <a:pt x="17515" y="5669"/>
                  <a:pt x="17509" y="5759"/>
                  <a:pt x="17509" y="6315"/>
                </a:cubicBezTo>
                <a:cubicBezTo>
                  <a:pt x="17509" y="6665"/>
                  <a:pt x="17501" y="6973"/>
                  <a:pt x="17492" y="7002"/>
                </a:cubicBezTo>
                <a:cubicBezTo>
                  <a:pt x="17483" y="7030"/>
                  <a:pt x="17318" y="6951"/>
                  <a:pt x="17127" y="6823"/>
                </a:cubicBezTo>
                <a:cubicBezTo>
                  <a:pt x="16675" y="6522"/>
                  <a:pt x="16557" y="6525"/>
                  <a:pt x="16273" y="6840"/>
                </a:cubicBezTo>
                <a:cubicBezTo>
                  <a:pt x="16143" y="6983"/>
                  <a:pt x="15799" y="7330"/>
                  <a:pt x="15509" y="7613"/>
                </a:cubicBezTo>
                <a:cubicBezTo>
                  <a:pt x="14731" y="8371"/>
                  <a:pt x="14395" y="8727"/>
                  <a:pt x="14369" y="8820"/>
                </a:cubicBezTo>
                <a:cubicBezTo>
                  <a:pt x="14355" y="8868"/>
                  <a:pt x="14339" y="9917"/>
                  <a:pt x="14329" y="11363"/>
                </a:cubicBezTo>
                <a:cubicBezTo>
                  <a:pt x="14320" y="12717"/>
                  <a:pt x="14303" y="13859"/>
                  <a:pt x="14292" y="13900"/>
                </a:cubicBezTo>
                <a:cubicBezTo>
                  <a:pt x="14281" y="13941"/>
                  <a:pt x="14260" y="13792"/>
                  <a:pt x="14247" y="13572"/>
                </a:cubicBezTo>
                <a:cubicBezTo>
                  <a:pt x="14231" y="13313"/>
                  <a:pt x="14210" y="13185"/>
                  <a:pt x="14186" y="13207"/>
                </a:cubicBezTo>
                <a:cubicBezTo>
                  <a:pt x="14161" y="13231"/>
                  <a:pt x="14147" y="13134"/>
                  <a:pt x="14142" y="12900"/>
                </a:cubicBezTo>
                <a:cubicBezTo>
                  <a:pt x="14138" y="12711"/>
                  <a:pt x="14115" y="12454"/>
                  <a:pt x="14091" y="12329"/>
                </a:cubicBezTo>
                <a:cubicBezTo>
                  <a:pt x="14067" y="12204"/>
                  <a:pt x="14048" y="11994"/>
                  <a:pt x="14048" y="11863"/>
                </a:cubicBezTo>
                <a:cubicBezTo>
                  <a:pt x="14048" y="11389"/>
                  <a:pt x="13967" y="11594"/>
                  <a:pt x="13935" y="12148"/>
                </a:cubicBezTo>
                <a:cubicBezTo>
                  <a:pt x="13919" y="12437"/>
                  <a:pt x="13889" y="12724"/>
                  <a:pt x="13869" y="12786"/>
                </a:cubicBezTo>
                <a:cubicBezTo>
                  <a:pt x="13846" y="12863"/>
                  <a:pt x="13834" y="13087"/>
                  <a:pt x="13834" y="13461"/>
                </a:cubicBezTo>
                <a:cubicBezTo>
                  <a:pt x="13834" y="13913"/>
                  <a:pt x="13826" y="14016"/>
                  <a:pt x="13795" y="14001"/>
                </a:cubicBezTo>
                <a:cubicBezTo>
                  <a:pt x="13749" y="13980"/>
                  <a:pt x="13747" y="14015"/>
                  <a:pt x="13779" y="14353"/>
                </a:cubicBezTo>
                <a:cubicBezTo>
                  <a:pt x="13798" y="14564"/>
                  <a:pt x="13793" y="14625"/>
                  <a:pt x="13745" y="14730"/>
                </a:cubicBezTo>
                <a:cubicBezTo>
                  <a:pt x="13687" y="14857"/>
                  <a:pt x="13667" y="15285"/>
                  <a:pt x="13711" y="15443"/>
                </a:cubicBezTo>
                <a:cubicBezTo>
                  <a:pt x="13754" y="15595"/>
                  <a:pt x="13708" y="15767"/>
                  <a:pt x="13624" y="15767"/>
                </a:cubicBezTo>
                <a:cubicBezTo>
                  <a:pt x="13578" y="15767"/>
                  <a:pt x="13528" y="15837"/>
                  <a:pt x="13513" y="15923"/>
                </a:cubicBezTo>
                <a:cubicBezTo>
                  <a:pt x="13441" y="16334"/>
                  <a:pt x="13433" y="15834"/>
                  <a:pt x="13423" y="10559"/>
                </a:cubicBezTo>
                <a:lnTo>
                  <a:pt x="13413" y="5347"/>
                </a:lnTo>
                <a:lnTo>
                  <a:pt x="13483" y="4969"/>
                </a:lnTo>
                <a:cubicBezTo>
                  <a:pt x="13525" y="4742"/>
                  <a:pt x="13554" y="4457"/>
                  <a:pt x="13554" y="4266"/>
                </a:cubicBezTo>
                <a:lnTo>
                  <a:pt x="13554" y="3946"/>
                </a:lnTo>
                <a:lnTo>
                  <a:pt x="12032" y="4033"/>
                </a:lnTo>
                <a:cubicBezTo>
                  <a:pt x="11196" y="4080"/>
                  <a:pt x="9916" y="4120"/>
                  <a:pt x="9187" y="4120"/>
                </a:cubicBezTo>
                <a:lnTo>
                  <a:pt x="7861" y="4120"/>
                </a:lnTo>
                <a:lnTo>
                  <a:pt x="7988" y="4948"/>
                </a:lnTo>
                <a:lnTo>
                  <a:pt x="8114" y="5777"/>
                </a:lnTo>
                <a:lnTo>
                  <a:pt x="8114" y="10828"/>
                </a:lnTo>
                <a:cubicBezTo>
                  <a:pt x="8114" y="13607"/>
                  <a:pt x="8106" y="15911"/>
                  <a:pt x="8095" y="15949"/>
                </a:cubicBezTo>
                <a:cubicBezTo>
                  <a:pt x="8084" y="15987"/>
                  <a:pt x="8057" y="15903"/>
                  <a:pt x="8035" y="15763"/>
                </a:cubicBezTo>
                <a:cubicBezTo>
                  <a:pt x="8013" y="15622"/>
                  <a:pt x="8004" y="15508"/>
                  <a:pt x="8014" y="15508"/>
                </a:cubicBezTo>
                <a:cubicBezTo>
                  <a:pt x="8051" y="15508"/>
                  <a:pt x="7945" y="15127"/>
                  <a:pt x="7908" y="15123"/>
                </a:cubicBezTo>
                <a:cubicBezTo>
                  <a:pt x="7857" y="15117"/>
                  <a:pt x="7833" y="14875"/>
                  <a:pt x="7865" y="14694"/>
                </a:cubicBezTo>
                <a:cubicBezTo>
                  <a:pt x="7901" y="14485"/>
                  <a:pt x="7896" y="14170"/>
                  <a:pt x="7857" y="14254"/>
                </a:cubicBezTo>
                <a:cubicBezTo>
                  <a:pt x="7812" y="14355"/>
                  <a:pt x="7773" y="14032"/>
                  <a:pt x="7779" y="13604"/>
                </a:cubicBezTo>
                <a:cubicBezTo>
                  <a:pt x="7788" y="12899"/>
                  <a:pt x="7780" y="12765"/>
                  <a:pt x="7732" y="12853"/>
                </a:cubicBezTo>
                <a:cubicBezTo>
                  <a:pt x="7698" y="12915"/>
                  <a:pt x="7682" y="12860"/>
                  <a:pt x="7667" y="12632"/>
                </a:cubicBezTo>
                <a:cubicBezTo>
                  <a:pt x="7656" y="12465"/>
                  <a:pt x="7624" y="12047"/>
                  <a:pt x="7596" y="11703"/>
                </a:cubicBezTo>
                <a:lnTo>
                  <a:pt x="7545" y="11079"/>
                </a:lnTo>
                <a:lnTo>
                  <a:pt x="7503" y="11383"/>
                </a:lnTo>
                <a:cubicBezTo>
                  <a:pt x="7479" y="11551"/>
                  <a:pt x="7450" y="11829"/>
                  <a:pt x="7438" y="11999"/>
                </a:cubicBezTo>
                <a:cubicBezTo>
                  <a:pt x="7426" y="12169"/>
                  <a:pt x="7410" y="12269"/>
                  <a:pt x="7402" y="12223"/>
                </a:cubicBezTo>
                <a:cubicBezTo>
                  <a:pt x="7394" y="12178"/>
                  <a:pt x="7370" y="12235"/>
                  <a:pt x="7348" y="12347"/>
                </a:cubicBezTo>
                <a:cubicBezTo>
                  <a:pt x="7326" y="12462"/>
                  <a:pt x="7281" y="12531"/>
                  <a:pt x="7245" y="12507"/>
                </a:cubicBezTo>
                <a:lnTo>
                  <a:pt x="7182" y="12466"/>
                </a:lnTo>
                <a:lnTo>
                  <a:pt x="7164" y="11049"/>
                </a:lnTo>
                <a:cubicBezTo>
                  <a:pt x="7155" y="10270"/>
                  <a:pt x="7144" y="9626"/>
                  <a:pt x="7141" y="9616"/>
                </a:cubicBezTo>
                <a:cubicBezTo>
                  <a:pt x="7125" y="9551"/>
                  <a:pt x="5699" y="6535"/>
                  <a:pt x="5258" y="5633"/>
                </a:cubicBezTo>
                <a:lnTo>
                  <a:pt x="4729" y="4550"/>
                </a:lnTo>
                <a:lnTo>
                  <a:pt x="4396" y="4819"/>
                </a:lnTo>
                <a:cubicBezTo>
                  <a:pt x="4104" y="5056"/>
                  <a:pt x="4061" y="5122"/>
                  <a:pt x="4046" y="5353"/>
                </a:cubicBezTo>
                <a:cubicBezTo>
                  <a:pt x="4030" y="5598"/>
                  <a:pt x="3977" y="5654"/>
                  <a:pt x="3350" y="6058"/>
                </a:cubicBezTo>
                <a:cubicBezTo>
                  <a:pt x="2787" y="6422"/>
                  <a:pt x="2649" y="6473"/>
                  <a:pt x="2535" y="6364"/>
                </a:cubicBezTo>
                <a:cubicBezTo>
                  <a:pt x="2370" y="6207"/>
                  <a:pt x="2062" y="6472"/>
                  <a:pt x="1990" y="6833"/>
                </a:cubicBezTo>
                <a:cubicBezTo>
                  <a:pt x="1922" y="7176"/>
                  <a:pt x="1228" y="7707"/>
                  <a:pt x="1078" y="7530"/>
                </a:cubicBezTo>
                <a:cubicBezTo>
                  <a:pt x="929" y="7354"/>
                  <a:pt x="705" y="7553"/>
                  <a:pt x="691" y="7874"/>
                </a:cubicBezTo>
                <a:cubicBezTo>
                  <a:pt x="680" y="8099"/>
                  <a:pt x="648" y="8163"/>
                  <a:pt x="456" y="8330"/>
                </a:cubicBezTo>
                <a:lnTo>
                  <a:pt x="360" y="8413"/>
                </a:lnTo>
                <a:lnTo>
                  <a:pt x="359" y="9209"/>
                </a:lnTo>
                <a:cubicBezTo>
                  <a:pt x="359" y="9647"/>
                  <a:pt x="350" y="11314"/>
                  <a:pt x="340" y="12910"/>
                </a:cubicBezTo>
                <a:cubicBezTo>
                  <a:pt x="323" y="15460"/>
                  <a:pt x="316" y="15830"/>
                  <a:pt x="281" y="15977"/>
                </a:cubicBezTo>
                <a:cubicBezTo>
                  <a:pt x="228" y="16202"/>
                  <a:pt x="200" y="16078"/>
                  <a:pt x="217" y="15692"/>
                </a:cubicBezTo>
                <a:cubicBezTo>
                  <a:pt x="230" y="15377"/>
                  <a:pt x="197" y="15250"/>
                  <a:pt x="169" y="15510"/>
                </a:cubicBezTo>
                <a:cubicBezTo>
                  <a:pt x="161" y="15582"/>
                  <a:pt x="145" y="15605"/>
                  <a:pt x="133" y="15562"/>
                </a:cubicBezTo>
                <a:cubicBezTo>
                  <a:pt x="112" y="15487"/>
                  <a:pt x="118" y="14999"/>
                  <a:pt x="144" y="14600"/>
                </a:cubicBezTo>
                <a:cubicBezTo>
                  <a:pt x="153" y="14470"/>
                  <a:pt x="133" y="14341"/>
                  <a:pt x="85" y="14204"/>
                </a:cubicBezTo>
                <a:cubicBezTo>
                  <a:pt x="39" y="14076"/>
                  <a:pt x="19" y="13962"/>
                  <a:pt x="0" y="13643"/>
                </a:cubicBezTo>
                <a:lnTo>
                  <a:pt x="0" y="21590"/>
                </a:lnTo>
                <a:lnTo>
                  <a:pt x="10800" y="21590"/>
                </a:lnTo>
                <a:lnTo>
                  <a:pt x="21600" y="21590"/>
                </a:lnTo>
                <a:lnTo>
                  <a:pt x="21600" y="3841"/>
                </a:lnTo>
                <a:cubicBezTo>
                  <a:pt x="21529" y="3750"/>
                  <a:pt x="21367" y="3572"/>
                  <a:pt x="21142" y="3353"/>
                </a:cubicBezTo>
                <a:lnTo>
                  <a:pt x="20633" y="2859"/>
                </a:lnTo>
                <a:close/>
                <a:moveTo>
                  <a:pt x="9274" y="2954"/>
                </a:moveTo>
                <a:cubicBezTo>
                  <a:pt x="9254" y="2954"/>
                  <a:pt x="9238" y="3046"/>
                  <a:pt x="9238" y="3159"/>
                </a:cubicBezTo>
                <a:cubicBezTo>
                  <a:pt x="9238" y="3387"/>
                  <a:pt x="9286" y="3348"/>
                  <a:pt x="9300" y="3108"/>
                </a:cubicBezTo>
                <a:cubicBezTo>
                  <a:pt x="9305" y="3023"/>
                  <a:pt x="9293" y="2954"/>
                  <a:pt x="9274" y="2954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155" name="第三十三届“冯如杯”竞赛主赛道论文组参赛作品院审答辩"/>
          <p:cNvSpPr/>
          <p:nvPr/>
        </p:nvSpPr>
        <p:spPr>
          <a:xfrm>
            <a:off x="6096000" y="2056173"/>
            <a:ext cx="575651" cy="396875"/>
          </a:xfrm>
          <a:prstGeom prst="lin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>
              <a:defRPr sz="4500"/>
            </a:lvl1pPr>
          </a:lstStyle>
          <a:p>
            <a:endParaRPr sz="2250" dirty="0"/>
          </a:p>
        </p:txBody>
      </p:sp>
      <p:sp>
        <p:nvSpPr>
          <p:cNvPr id="2" name="矩形 1"/>
          <p:cNvSpPr/>
          <p:nvPr/>
        </p:nvSpPr>
        <p:spPr>
          <a:xfrm>
            <a:off x="2823146" y="412163"/>
            <a:ext cx="7399953" cy="29654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958" y="310929"/>
            <a:ext cx="2675965" cy="620782"/>
          </a:xfrm>
          <a:prstGeom prst="rect">
            <a:avLst/>
          </a:prstGeom>
        </p:spPr>
      </p:pic>
      <p:sp>
        <p:nvSpPr>
          <p:cNvPr id="5" name="新型反钙钛矿结构近零热膨胀材料设计与制备"/>
          <p:cNvSpPr txBox="1"/>
          <p:nvPr>
            <p:custDataLst>
              <p:tags r:id="rId4"/>
            </p:custDataLst>
          </p:nvPr>
        </p:nvSpPr>
        <p:spPr>
          <a:xfrm>
            <a:off x="1481455" y="1947545"/>
            <a:ext cx="8976360" cy="177419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9000" b="1">
                <a:solidFill>
                  <a:srgbClr val="2C66B1"/>
                </a:solidFill>
              </a:defRPr>
            </a:lvl1pPr>
          </a:lstStyle>
          <a:p>
            <a:pPr algn="ctr"/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 1</a:t>
            </a:r>
            <a:endParaRPr lang="en-US" altLang="zh-CN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  <a:endParaRPr lang="zh-CN" altLang="en-US" sz="32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</a:t>
            </a: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概述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>
            <p:custDataLst>
              <p:tags r:id="rId1"/>
            </p:custDataLst>
          </p:nvPr>
        </p:nvSpPr>
        <p:spPr>
          <a:xfrm>
            <a:off x="661670" y="1412240"/>
            <a:ext cx="3520440" cy="5445760"/>
          </a:xfrm>
          <a:prstGeom prst="round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977900" y="1644015"/>
            <a:ext cx="2938145" cy="1454150"/>
            <a:chOff x="1522" y="2982"/>
            <a:chExt cx="4227" cy="887"/>
          </a:xfrm>
        </p:grpSpPr>
        <p:sp>
          <p:nvSpPr>
            <p:cNvPr id="7" name="矩形: 圆角 5"/>
            <p:cNvSpPr/>
            <p:nvPr>
              <p:custDataLst>
                <p:tags r:id="rId3"/>
              </p:custDataLst>
            </p:nvPr>
          </p:nvSpPr>
          <p:spPr>
            <a:xfrm>
              <a:off x="1522" y="2982"/>
              <a:ext cx="4227" cy="887"/>
            </a:xfrm>
            <a:prstGeom prst="roundRect">
              <a:avLst>
                <a:gd name="adj" fmla="val 17224"/>
              </a:avLst>
            </a:prstGeom>
            <a:solidFill>
              <a:srgbClr val="92C6F6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734" y="3012"/>
              <a:ext cx="3799" cy="857"/>
            </a:xfrm>
            <a:prstGeom prst="rect">
              <a:avLst/>
            </a:prstGeom>
            <a:solidFill>
              <a:srgbClr val="DEEEFC"/>
            </a:solidFill>
          </p:spPr>
          <p:txBody>
            <a:bodyPr wrap="square" rtlCol="0">
              <a:noAutofit/>
            </a:bodyPr>
            <a:p>
              <a:pPr algn="ctr" defTabSz="91440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400" b="1" kern="0" dirty="0">
                  <a:solidFill>
                    <a:srgbClr val="FF0000"/>
                  </a:solidFill>
                  <a:cs typeface="Times New Roman" panose="02020603050405020304" pitchFamily="18" charset="0"/>
                  <a:sym typeface="+mn-ea"/>
                </a:rPr>
                <a:t>五端平台</a:t>
              </a:r>
              <a:endParaRPr lang="en-US" altLang="zh-CN" sz="2400" b="1" kern="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endParaRPr>
            </a:p>
            <a:p>
              <a:pPr algn="ctr" defTabSz="91440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kern="0" noProof="0" dirty="0">
                  <a:ln>
                    <a:noFill/>
                  </a:ln>
                  <a:solidFill>
                    <a:srgbClr val="005B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用户端 </a:t>
              </a:r>
              <a:r>
                <a:rPr lang="en-US" altLang="zh-CN" sz="1400" b="1" kern="0" noProof="0" dirty="0">
                  <a:ln>
                    <a:noFill/>
                  </a:ln>
                  <a:solidFill>
                    <a:srgbClr val="005B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APP / </a:t>
              </a:r>
              <a:r>
                <a:rPr lang="zh-CN" altLang="en-US" sz="1400" b="1" kern="0" noProof="0" dirty="0">
                  <a:ln>
                    <a:noFill/>
                  </a:ln>
                  <a:solidFill>
                    <a:srgbClr val="005B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用户端 </a:t>
              </a:r>
              <a:r>
                <a:rPr lang="en-US" altLang="zh-CN" sz="1400" b="1" kern="0" noProof="0" dirty="0">
                  <a:ln>
                    <a:noFill/>
                  </a:ln>
                  <a:solidFill>
                    <a:srgbClr val="005B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Web / </a:t>
              </a:r>
              <a:r>
                <a:rPr lang="zh-CN" altLang="en-US" sz="1400" b="1" kern="0" noProof="0" dirty="0">
                  <a:ln>
                    <a:noFill/>
                  </a:ln>
                  <a:solidFill>
                    <a:srgbClr val="005B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商家端 </a:t>
              </a:r>
              <a:r>
                <a:rPr lang="en-US" altLang="zh-CN" sz="1400" b="1" kern="0" noProof="0" dirty="0">
                  <a:ln>
                    <a:noFill/>
                  </a:ln>
                  <a:solidFill>
                    <a:srgbClr val="005B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Web / </a:t>
              </a:r>
              <a:r>
                <a:rPr lang="zh-CN" altLang="en-US" sz="1400" b="1" kern="0" noProof="0" dirty="0">
                  <a:ln>
                    <a:noFill/>
                  </a:ln>
                  <a:solidFill>
                    <a:srgbClr val="005B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管理端 </a:t>
              </a:r>
              <a:r>
                <a:rPr lang="en-US" altLang="zh-CN" sz="1400" b="1" kern="0" noProof="0" dirty="0">
                  <a:ln>
                    <a:noFill/>
                  </a:ln>
                  <a:solidFill>
                    <a:srgbClr val="005B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Web / </a:t>
              </a:r>
              <a:r>
                <a:rPr lang="zh-CN" altLang="en-US" sz="1400" b="1" kern="0" noProof="0" dirty="0">
                  <a:ln>
                    <a:noFill/>
                  </a:ln>
                  <a:solidFill>
                    <a:srgbClr val="005B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后端服务</a:t>
              </a:r>
              <a:endParaRPr lang="zh-CN" altLang="en-US" sz="1400" b="1" kern="0" noProof="0" dirty="0">
                <a:ln>
                  <a:noFill/>
                </a:ln>
                <a:solidFill>
                  <a:srgbClr val="005BA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algn="ctr" defTabSz="91440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400" b="1" kern="0" noProof="0" dirty="0">
                <a:ln>
                  <a:noFill/>
                </a:ln>
                <a:solidFill>
                  <a:srgbClr val="005BA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5"/>
            </p:custDataLst>
          </p:nvPr>
        </p:nvGrpSpPr>
        <p:grpSpPr>
          <a:xfrm>
            <a:off x="977900" y="3132455"/>
            <a:ext cx="2938145" cy="1459068"/>
            <a:chOff x="1522" y="2982"/>
            <a:chExt cx="4227" cy="890"/>
          </a:xfrm>
        </p:grpSpPr>
        <p:sp>
          <p:nvSpPr>
            <p:cNvPr id="22" name="矩形: 圆角 5"/>
            <p:cNvSpPr/>
            <p:nvPr>
              <p:custDataLst>
                <p:tags r:id="rId6"/>
              </p:custDataLst>
            </p:nvPr>
          </p:nvSpPr>
          <p:spPr>
            <a:xfrm>
              <a:off x="1522" y="2982"/>
              <a:ext cx="4227" cy="887"/>
            </a:xfrm>
            <a:prstGeom prst="roundRect">
              <a:avLst>
                <a:gd name="adj" fmla="val 17224"/>
              </a:avLst>
            </a:prstGeom>
            <a:solidFill>
              <a:srgbClr val="92C6F6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1734" y="3012"/>
              <a:ext cx="3799" cy="860"/>
            </a:xfrm>
            <a:prstGeom prst="rect">
              <a:avLst/>
            </a:prstGeom>
            <a:solidFill>
              <a:srgbClr val="DEEEFC"/>
            </a:solidFill>
          </p:spPr>
          <p:txBody>
            <a:bodyPr wrap="square" rtlCol="0">
              <a:spAutoFit/>
            </a:bodyPr>
            <a:p>
              <a:pPr algn="ctr" defTabSz="91440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400" b="1" kern="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八大</a:t>
              </a:r>
              <a:r>
                <a:rPr lang="zh-CN" altLang="en-US" sz="2400" b="1" kern="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服务</a:t>
              </a:r>
              <a:endParaRPr lang="zh-CN" altLang="en-US" sz="2400" b="1" kern="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  <a:p>
              <a:pPr algn="ctr" defTabSz="91440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1400" b="1" kern="0" noProof="0" dirty="0">
                  <a:ln>
                    <a:noFill/>
                  </a:ln>
                  <a:solidFill>
                    <a:srgbClr val="005B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外卖、团购、酒店、休闲娱乐、电影演出、丽人医美、景点门票、洗脚按摩</a:t>
              </a:r>
              <a:endParaRPr lang="en-US" altLang="zh-CN" sz="1400" b="1" kern="0" noProof="0" dirty="0">
                <a:ln>
                  <a:noFill/>
                </a:ln>
                <a:solidFill>
                  <a:srgbClr val="005BA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8"/>
            </p:custDataLst>
          </p:nvPr>
        </p:nvGrpSpPr>
        <p:grpSpPr>
          <a:xfrm>
            <a:off x="977900" y="4620895"/>
            <a:ext cx="2938145" cy="1886952"/>
            <a:chOff x="1522" y="2982"/>
            <a:chExt cx="4227" cy="1151"/>
          </a:xfrm>
        </p:grpSpPr>
        <p:sp>
          <p:nvSpPr>
            <p:cNvPr id="28" name="矩形: 圆角 5"/>
            <p:cNvSpPr/>
            <p:nvPr>
              <p:custDataLst>
                <p:tags r:id="rId9"/>
              </p:custDataLst>
            </p:nvPr>
          </p:nvSpPr>
          <p:spPr>
            <a:xfrm>
              <a:off x="1522" y="2982"/>
              <a:ext cx="4227" cy="1151"/>
            </a:xfrm>
            <a:prstGeom prst="roundRect">
              <a:avLst>
                <a:gd name="adj" fmla="val 17224"/>
              </a:avLst>
            </a:prstGeom>
            <a:solidFill>
              <a:srgbClr val="92C6F6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0"/>
              </p:custDataLst>
            </p:nvPr>
          </p:nvSpPr>
          <p:spPr>
            <a:xfrm>
              <a:off x="1734" y="3012"/>
              <a:ext cx="3799" cy="1030"/>
            </a:xfrm>
            <a:prstGeom prst="rect">
              <a:avLst/>
            </a:prstGeom>
            <a:solidFill>
              <a:srgbClr val="DEEEFC"/>
            </a:solidFill>
          </p:spPr>
          <p:txBody>
            <a:bodyPr wrap="square" rtlCol="0">
              <a:spAutoFit/>
            </a:bodyPr>
            <a:p>
              <a:pPr algn="ctr" defTabSz="91440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400" b="1" kern="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十余模块</a:t>
              </a:r>
              <a:endParaRPr lang="zh-CN" altLang="en-US" sz="2400" b="1" kern="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  <a:p>
              <a:pPr algn="ctr" defTabSz="91440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1400" b="1" kern="0" noProof="0" dirty="0">
                  <a:ln>
                    <a:noFill/>
                  </a:ln>
                  <a:solidFill>
                    <a:srgbClr val="005B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注册登录、首页推荐、搜索筛选、外卖下单、团购核销、订单查询、消息管理、会员服务、优惠券、AI功能……</a:t>
              </a:r>
              <a:endParaRPr lang="en-US" altLang="zh-CN" sz="1400" b="1" kern="0" noProof="0" dirty="0">
                <a:ln>
                  <a:noFill/>
                </a:ln>
                <a:solidFill>
                  <a:srgbClr val="005BA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4947920" y="1062990"/>
            <a:ext cx="6915150" cy="558038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134610" y="1292860"/>
            <a:ext cx="2857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DD8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9910" y="1692910"/>
            <a:ext cx="1866900" cy="18669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266055" y="4811395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75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部署访问</a:t>
            </a:r>
            <a:endParaRPr sz="975" b="1">
              <a:solidFill>
                <a:srgbClr val="6E63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66055" y="5059045"/>
            <a:ext cx="3143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8F14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8F14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https://aituan.2b.gs</a:t>
            </a:r>
            <a:endParaRPr sz="1425" b="1">
              <a:solidFill>
                <a:srgbClr val="8F141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66055" y="5525770"/>
            <a:ext cx="23253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75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GitHub</a:t>
            </a:r>
            <a:r>
              <a:rPr lang="zh-CN" sz="975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（完善后</a:t>
            </a:r>
            <a:r>
              <a:rPr lang="zh-CN" sz="975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开源）</a:t>
            </a:r>
            <a:endParaRPr lang="zh-CN" sz="975" b="1">
              <a:solidFill>
                <a:srgbClr val="6E63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266055" y="5773420"/>
            <a:ext cx="3143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github.com/PUAA-Team/aituan</a:t>
            </a:r>
            <a:endParaRPr sz="1350" b="1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210550" y="1899285"/>
            <a:ext cx="3519170" cy="15297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2400">
                <a:solidFill>
                  <a:srgbClr val="241B1F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pitchFamily="34" charset="-122"/>
              </a:rPr>
              <a:t>项目名称：</a:t>
            </a:r>
            <a:r>
              <a:rPr lang="zh-CN" sz="2400" b="1">
                <a:solidFill>
                  <a:srgbClr val="241B1F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pitchFamily="34" charset="-122"/>
              </a:rPr>
              <a:t>爱团</a:t>
            </a:r>
            <a:endParaRPr lang="zh-CN" sz="2400">
              <a:solidFill>
                <a:srgbClr val="241B1F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pitchFamily="34" charset="-122"/>
            </a:endParaRPr>
          </a:p>
          <a:p>
            <a:pPr algn="l">
              <a:defRPr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lang="zh-CN" sz="1600">
              <a:solidFill>
                <a:srgbClr val="241B1F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  <a:defRPr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2400">
                <a:solidFill>
                  <a:srgbClr val="241B1F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pitchFamily="34" charset="-122"/>
              </a:rPr>
              <a:t>项目定位：</a:t>
            </a:r>
            <a:r>
              <a:rPr lang="zh-CN" sz="2400" b="1">
                <a:solidFill>
                  <a:srgbClr val="241B1F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pitchFamily="34" charset="-122"/>
              </a:rPr>
              <a:t>面向本地生活服务的综合平台</a:t>
            </a:r>
            <a:endParaRPr lang="zh-CN" sz="2400" b="1">
              <a:solidFill>
                <a:srgbClr val="241B1F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2"/>
          <a:srcRect r="1550"/>
          <a:stretch>
            <a:fillRect/>
          </a:stretch>
        </p:blipFill>
        <p:spPr>
          <a:xfrm>
            <a:off x="8261350" y="4370705"/>
            <a:ext cx="3468370" cy="1904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核心模块</a:t>
            </a: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与技术栈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6" name="矩形: 圆角 237"/>
          <p:cNvSpPr/>
          <p:nvPr>
            <p:custDataLst>
              <p:tags r:id="rId1"/>
            </p:custDataLst>
          </p:nvPr>
        </p:nvSpPr>
        <p:spPr>
          <a:xfrm>
            <a:off x="7390130" y="215265"/>
            <a:ext cx="4198620" cy="6543675"/>
          </a:xfrm>
          <a:prstGeom prst="roundRect">
            <a:avLst>
              <a:gd name="adj" fmla="val 9638"/>
            </a:avLst>
          </a:prstGeom>
          <a:noFill/>
          <a:ln w="12700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圆角矩形 70"/>
          <p:cNvSpPr/>
          <p:nvPr/>
        </p:nvSpPr>
        <p:spPr>
          <a:xfrm>
            <a:off x="7945755" y="364490"/>
            <a:ext cx="3108960" cy="72009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705" tIns="0" rIns="179705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技术栈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83"/>
          <p:cNvGrpSpPr/>
          <p:nvPr>
            <p:custDataLst>
              <p:tags r:id="rId2"/>
            </p:custDataLst>
          </p:nvPr>
        </p:nvGrpSpPr>
        <p:grpSpPr>
          <a:xfrm>
            <a:off x="7612687" y="2335317"/>
            <a:ext cx="3648926" cy="934644"/>
            <a:chOff x="37159" y="3240169"/>
            <a:chExt cx="4279095" cy="994812"/>
          </a:xfrm>
        </p:grpSpPr>
        <p:sp>
          <p:nvSpPr>
            <p:cNvPr id="5" name="圆角矩形 41"/>
            <p:cNvSpPr/>
            <p:nvPr>
              <p:custDataLst>
                <p:tags r:id="rId3"/>
              </p:custDataLst>
            </p:nvPr>
          </p:nvSpPr>
          <p:spPr bwMode="auto">
            <a:xfrm>
              <a:off x="1099303" y="3240169"/>
              <a:ext cx="3216951" cy="994812"/>
            </a:xfrm>
            <a:prstGeom prst="roundRect">
              <a:avLst/>
            </a:prstGeom>
            <a:solidFill>
              <a:srgbClr val="FFFFFF"/>
            </a:solidFill>
            <a:ln w="28575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rIns="36000" anchor="ctr">
              <a:noAutofit/>
            </a:bodyPr>
            <a:lstStyle/>
            <a:p>
              <a:pPr marL="212090" marR="0" lvl="1" indent="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6600"/>
                </a:buClr>
                <a:buSzPct val="60000"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2" name="矩形 160"/>
            <p:cNvSpPr/>
            <p:nvPr>
              <p:custDataLst>
                <p:tags r:id="rId4"/>
              </p:custDataLst>
            </p:nvPr>
          </p:nvSpPr>
          <p:spPr bwMode="auto">
            <a:xfrm>
              <a:off x="37159" y="3242726"/>
              <a:ext cx="1062142" cy="992251"/>
            </a:xfrm>
            <a:prstGeom prst="rect">
              <a:avLst/>
            </a:prstGeom>
            <a:solidFill>
              <a:srgbClr val="4472C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商家端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后台端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8518726" y="2479842"/>
            <a:ext cx="268891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Vue 3 + Vite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7" name="组合 83"/>
          <p:cNvGrpSpPr/>
          <p:nvPr>
            <p:custDataLst>
              <p:tags r:id="rId6"/>
            </p:custDataLst>
          </p:nvPr>
        </p:nvGrpSpPr>
        <p:grpSpPr>
          <a:xfrm>
            <a:off x="7622212" y="1191203"/>
            <a:ext cx="3648926" cy="934644"/>
            <a:chOff x="37159" y="3240169"/>
            <a:chExt cx="4279095" cy="994812"/>
          </a:xfrm>
        </p:grpSpPr>
        <p:sp>
          <p:nvSpPr>
            <p:cNvPr id="19" name="圆角矩形 41"/>
            <p:cNvSpPr/>
            <p:nvPr>
              <p:custDataLst>
                <p:tags r:id="rId7"/>
              </p:custDataLst>
            </p:nvPr>
          </p:nvSpPr>
          <p:spPr bwMode="auto">
            <a:xfrm>
              <a:off x="1099303" y="3240169"/>
              <a:ext cx="3216951" cy="994812"/>
            </a:xfrm>
            <a:prstGeom prst="roundRect">
              <a:avLst/>
            </a:prstGeom>
            <a:solidFill>
              <a:srgbClr val="FFFFFF"/>
            </a:solidFill>
            <a:ln w="28575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rIns="36000" anchor="ctr">
              <a:noAutofit/>
            </a:bodyPr>
            <a:lstStyle/>
            <a:p>
              <a:pPr marL="212090" marR="0" lvl="1" indent="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6600"/>
                </a:buClr>
                <a:buSzPct val="60000"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" name="矩形 160"/>
            <p:cNvSpPr/>
            <p:nvPr>
              <p:custDataLst>
                <p:tags r:id="rId8"/>
              </p:custDataLst>
            </p:nvPr>
          </p:nvSpPr>
          <p:spPr bwMode="auto">
            <a:xfrm>
              <a:off x="37159" y="3242725"/>
              <a:ext cx="1062142" cy="992251"/>
            </a:xfrm>
            <a:prstGeom prst="rect">
              <a:avLst/>
            </a:prstGeom>
            <a:solidFill>
              <a:srgbClr val="4472C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用户端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8518250" y="1372626"/>
            <a:ext cx="2743201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Flutter (+ W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eb)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2" name="组合 83"/>
          <p:cNvGrpSpPr/>
          <p:nvPr>
            <p:custDataLst>
              <p:tags r:id="rId10"/>
            </p:custDataLst>
          </p:nvPr>
        </p:nvGrpSpPr>
        <p:grpSpPr>
          <a:xfrm>
            <a:off x="7612687" y="3490792"/>
            <a:ext cx="3648926" cy="934644"/>
            <a:chOff x="37159" y="3240169"/>
            <a:chExt cx="4279095" cy="994812"/>
          </a:xfrm>
        </p:grpSpPr>
        <p:sp>
          <p:nvSpPr>
            <p:cNvPr id="23" name="圆角矩形 41"/>
            <p:cNvSpPr/>
            <p:nvPr>
              <p:custDataLst>
                <p:tags r:id="rId11"/>
              </p:custDataLst>
            </p:nvPr>
          </p:nvSpPr>
          <p:spPr bwMode="auto">
            <a:xfrm>
              <a:off x="1099303" y="3240169"/>
              <a:ext cx="3216951" cy="994812"/>
            </a:xfrm>
            <a:prstGeom prst="roundRect">
              <a:avLst/>
            </a:prstGeom>
            <a:solidFill>
              <a:srgbClr val="FFFFFF"/>
            </a:solidFill>
            <a:ln w="28575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rIns="36000" anchor="ctr">
              <a:noAutofit/>
            </a:bodyPr>
            <a:lstStyle/>
            <a:p>
              <a:pPr marL="212090" marR="0" lvl="1" indent="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6600"/>
                </a:buClr>
                <a:buSzPct val="60000"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4" name="矩形 160"/>
            <p:cNvSpPr/>
            <p:nvPr>
              <p:custDataLst>
                <p:tags r:id="rId12"/>
              </p:custDataLst>
            </p:nvPr>
          </p:nvSpPr>
          <p:spPr bwMode="auto">
            <a:xfrm>
              <a:off x="37159" y="3242726"/>
              <a:ext cx="1062142" cy="992251"/>
            </a:xfrm>
            <a:prstGeom prst="rect">
              <a:avLst/>
            </a:prstGeom>
            <a:solidFill>
              <a:srgbClr val="4472C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后端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服务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8518566" y="3519770"/>
            <a:ext cx="268891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buClrTx/>
              <a:buSzTx/>
              <a:buFontTx/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Spring Boot 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  <a:buClrTx/>
              <a:buSzTx/>
              <a:buFontTx/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 Java 17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6" name="组合 83"/>
          <p:cNvGrpSpPr/>
          <p:nvPr>
            <p:custDataLst>
              <p:tags r:id="rId14"/>
            </p:custDataLst>
          </p:nvPr>
        </p:nvGrpSpPr>
        <p:grpSpPr>
          <a:xfrm>
            <a:off x="7622847" y="4600137"/>
            <a:ext cx="3648926" cy="934644"/>
            <a:chOff x="37159" y="3240169"/>
            <a:chExt cx="4279095" cy="994812"/>
          </a:xfrm>
        </p:grpSpPr>
        <p:sp>
          <p:nvSpPr>
            <p:cNvPr id="27" name="圆角矩形 41"/>
            <p:cNvSpPr/>
            <p:nvPr>
              <p:custDataLst>
                <p:tags r:id="rId15"/>
              </p:custDataLst>
            </p:nvPr>
          </p:nvSpPr>
          <p:spPr bwMode="auto">
            <a:xfrm>
              <a:off x="1099303" y="3240169"/>
              <a:ext cx="3216951" cy="994812"/>
            </a:xfrm>
            <a:prstGeom prst="roundRect">
              <a:avLst/>
            </a:prstGeom>
            <a:solidFill>
              <a:srgbClr val="FFFFFF"/>
            </a:solidFill>
            <a:ln w="28575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rIns="36000" anchor="ctr">
              <a:noAutofit/>
            </a:bodyPr>
            <a:lstStyle/>
            <a:p>
              <a:pPr marL="212090" marR="0" lvl="1" indent="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6600"/>
                </a:buClr>
                <a:buSzPct val="60000"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8" name="矩形 160"/>
            <p:cNvSpPr/>
            <p:nvPr>
              <p:custDataLst>
                <p:tags r:id="rId16"/>
              </p:custDataLst>
            </p:nvPr>
          </p:nvSpPr>
          <p:spPr bwMode="auto">
            <a:xfrm>
              <a:off x="37159" y="3242726"/>
              <a:ext cx="1062142" cy="992251"/>
            </a:xfrm>
            <a:prstGeom prst="rect">
              <a:avLst/>
            </a:prstGeom>
            <a:solidFill>
              <a:srgbClr val="4472C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数据库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9" name="文本框 28"/>
          <p:cNvSpPr txBox="1"/>
          <p:nvPr>
            <p:custDataLst>
              <p:tags r:id="rId17"/>
            </p:custDataLst>
          </p:nvPr>
        </p:nvSpPr>
        <p:spPr>
          <a:xfrm>
            <a:off x="8528726" y="4629115"/>
            <a:ext cx="268891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buClrTx/>
              <a:buSzTx/>
              <a:buFontTx/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MySQL 8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  <a:buClrTx/>
              <a:buSzTx/>
              <a:buFontTx/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 Flyway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迁移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0" name="组合 83"/>
          <p:cNvGrpSpPr/>
          <p:nvPr>
            <p:custDataLst>
              <p:tags r:id="rId18"/>
            </p:custDataLst>
          </p:nvPr>
        </p:nvGrpSpPr>
        <p:grpSpPr>
          <a:xfrm>
            <a:off x="7623482" y="5640902"/>
            <a:ext cx="3648926" cy="934644"/>
            <a:chOff x="37159" y="3240169"/>
            <a:chExt cx="4279095" cy="994812"/>
          </a:xfrm>
        </p:grpSpPr>
        <p:sp>
          <p:nvSpPr>
            <p:cNvPr id="31" name="圆角矩形 41"/>
            <p:cNvSpPr/>
            <p:nvPr>
              <p:custDataLst>
                <p:tags r:id="rId19"/>
              </p:custDataLst>
            </p:nvPr>
          </p:nvSpPr>
          <p:spPr bwMode="auto">
            <a:xfrm>
              <a:off x="1099303" y="3240169"/>
              <a:ext cx="3216951" cy="994812"/>
            </a:xfrm>
            <a:prstGeom prst="roundRect">
              <a:avLst/>
            </a:prstGeom>
            <a:solidFill>
              <a:srgbClr val="FFFFFF"/>
            </a:solidFill>
            <a:ln w="28575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rIns="36000" anchor="ctr">
              <a:noAutofit/>
            </a:bodyPr>
            <a:lstStyle/>
            <a:p>
              <a:pPr marL="212090" marR="0" lvl="1" indent="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6600"/>
                </a:buClr>
                <a:buSzPct val="60000"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3" name="矩形 160"/>
            <p:cNvSpPr/>
            <p:nvPr>
              <p:custDataLst>
                <p:tags r:id="rId20"/>
              </p:custDataLst>
            </p:nvPr>
          </p:nvSpPr>
          <p:spPr bwMode="auto">
            <a:xfrm>
              <a:off x="37159" y="3242726"/>
              <a:ext cx="1062142" cy="992251"/>
            </a:xfrm>
            <a:prstGeom prst="rect">
              <a:avLst/>
            </a:prstGeom>
            <a:solidFill>
              <a:srgbClr val="4472C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部署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4" name="文本框 33"/>
          <p:cNvSpPr txBox="1"/>
          <p:nvPr>
            <p:custDataLst>
              <p:tags r:id="rId21"/>
            </p:custDataLst>
          </p:nvPr>
        </p:nvSpPr>
        <p:spPr>
          <a:xfrm>
            <a:off x="8529361" y="5669880"/>
            <a:ext cx="268891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buClrTx/>
              <a:buSzTx/>
              <a:buFontTx/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gnix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  <a:buClrTx/>
              <a:buSzTx/>
              <a:buFontTx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+Docker Compose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" descr="Picture 1"/>
          <p:cNvPicPr>
            <a:picLocks noChangeAspect="1"/>
          </p:cNvPicPr>
          <p:nvPr/>
        </p:nvPicPr>
        <p:blipFill>
          <a:blip r:embed="rId1"/>
          <a:srcRect l="3027" t="71036" r="3027"/>
          <a:stretch>
            <a:fillRect/>
          </a:stretch>
        </p:blipFill>
        <p:spPr>
          <a:xfrm>
            <a:off x="-4366" y="4738347"/>
            <a:ext cx="12200732" cy="2115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0" extrusionOk="0">
                <a:moveTo>
                  <a:pt x="12883" y="0"/>
                </a:moveTo>
                <a:cubicBezTo>
                  <a:pt x="12873" y="3"/>
                  <a:pt x="12860" y="35"/>
                  <a:pt x="12846" y="101"/>
                </a:cubicBezTo>
                <a:cubicBezTo>
                  <a:pt x="12827" y="191"/>
                  <a:pt x="12796" y="229"/>
                  <a:pt x="12775" y="184"/>
                </a:cubicBezTo>
                <a:cubicBezTo>
                  <a:pt x="12754" y="137"/>
                  <a:pt x="12728" y="187"/>
                  <a:pt x="12713" y="302"/>
                </a:cubicBezTo>
                <a:cubicBezTo>
                  <a:pt x="12699" y="411"/>
                  <a:pt x="12656" y="514"/>
                  <a:pt x="12618" y="530"/>
                </a:cubicBezTo>
                <a:cubicBezTo>
                  <a:pt x="12554" y="558"/>
                  <a:pt x="12550" y="587"/>
                  <a:pt x="12566" y="909"/>
                </a:cubicBezTo>
                <a:cubicBezTo>
                  <a:pt x="12578" y="1152"/>
                  <a:pt x="12573" y="1303"/>
                  <a:pt x="12551" y="1409"/>
                </a:cubicBezTo>
                <a:cubicBezTo>
                  <a:pt x="12534" y="1493"/>
                  <a:pt x="12519" y="1643"/>
                  <a:pt x="12519" y="1741"/>
                </a:cubicBezTo>
                <a:cubicBezTo>
                  <a:pt x="12519" y="2003"/>
                  <a:pt x="12602" y="2436"/>
                  <a:pt x="12653" y="2436"/>
                </a:cubicBezTo>
                <a:cubicBezTo>
                  <a:pt x="12715" y="2436"/>
                  <a:pt x="12735" y="2699"/>
                  <a:pt x="12679" y="2784"/>
                </a:cubicBezTo>
                <a:cubicBezTo>
                  <a:pt x="12625" y="2865"/>
                  <a:pt x="12620" y="2967"/>
                  <a:pt x="12659" y="3189"/>
                </a:cubicBezTo>
                <a:cubicBezTo>
                  <a:pt x="12716" y="3520"/>
                  <a:pt x="12767" y="3278"/>
                  <a:pt x="12767" y="2673"/>
                </a:cubicBezTo>
                <a:cubicBezTo>
                  <a:pt x="12767" y="2521"/>
                  <a:pt x="12785" y="2384"/>
                  <a:pt x="12812" y="2345"/>
                </a:cubicBezTo>
                <a:cubicBezTo>
                  <a:pt x="12862" y="2268"/>
                  <a:pt x="12868" y="2165"/>
                  <a:pt x="12832" y="1956"/>
                </a:cubicBezTo>
                <a:cubicBezTo>
                  <a:pt x="12796" y="1753"/>
                  <a:pt x="12823" y="1565"/>
                  <a:pt x="12902" y="1466"/>
                </a:cubicBezTo>
                <a:cubicBezTo>
                  <a:pt x="12977" y="1371"/>
                  <a:pt x="12993" y="1142"/>
                  <a:pt x="12925" y="1142"/>
                </a:cubicBezTo>
                <a:cubicBezTo>
                  <a:pt x="12863" y="1142"/>
                  <a:pt x="12854" y="983"/>
                  <a:pt x="12892" y="561"/>
                </a:cubicBezTo>
                <a:cubicBezTo>
                  <a:pt x="12921" y="235"/>
                  <a:pt x="12912" y="-10"/>
                  <a:pt x="12883" y="0"/>
                </a:cubicBezTo>
                <a:close/>
                <a:moveTo>
                  <a:pt x="9425" y="496"/>
                </a:moveTo>
                <a:cubicBezTo>
                  <a:pt x="9381" y="496"/>
                  <a:pt x="9372" y="553"/>
                  <a:pt x="9377" y="779"/>
                </a:cubicBezTo>
                <a:cubicBezTo>
                  <a:pt x="9383" y="1004"/>
                  <a:pt x="9369" y="1092"/>
                  <a:pt x="9311" y="1188"/>
                </a:cubicBezTo>
                <a:cubicBezTo>
                  <a:pt x="9271" y="1256"/>
                  <a:pt x="9238" y="1388"/>
                  <a:pt x="9238" y="1484"/>
                </a:cubicBezTo>
                <a:cubicBezTo>
                  <a:pt x="9238" y="1698"/>
                  <a:pt x="9265" y="1710"/>
                  <a:pt x="9300" y="1512"/>
                </a:cubicBezTo>
                <a:cubicBezTo>
                  <a:pt x="9314" y="1432"/>
                  <a:pt x="9342" y="1405"/>
                  <a:pt x="9363" y="1452"/>
                </a:cubicBezTo>
                <a:cubicBezTo>
                  <a:pt x="9399" y="1530"/>
                  <a:pt x="9399" y="1553"/>
                  <a:pt x="9361" y="1794"/>
                </a:cubicBezTo>
                <a:cubicBezTo>
                  <a:pt x="9322" y="2044"/>
                  <a:pt x="9322" y="2065"/>
                  <a:pt x="9369" y="2432"/>
                </a:cubicBezTo>
                <a:cubicBezTo>
                  <a:pt x="9396" y="2641"/>
                  <a:pt x="9408" y="2843"/>
                  <a:pt x="9396" y="2885"/>
                </a:cubicBezTo>
                <a:cubicBezTo>
                  <a:pt x="9384" y="2927"/>
                  <a:pt x="9380" y="3048"/>
                  <a:pt x="9387" y="3152"/>
                </a:cubicBezTo>
                <a:cubicBezTo>
                  <a:pt x="9406" y="3431"/>
                  <a:pt x="9463" y="3385"/>
                  <a:pt x="9463" y="3092"/>
                </a:cubicBezTo>
                <a:cubicBezTo>
                  <a:pt x="9463" y="2746"/>
                  <a:pt x="9497" y="2655"/>
                  <a:pt x="9552" y="2853"/>
                </a:cubicBezTo>
                <a:cubicBezTo>
                  <a:pt x="9591" y="2991"/>
                  <a:pt x="9603" y="2987"/>
                  <a:pt x="9620" y="2830"/>
                </a:cubicBezTo>
                <a:cubicBezTo>
                  <a:pt x="9646" y="2585"/>
                  <a:pt x="9628" y="2436"/>
                  <a:pt x="9573" y="2436"/>
                </a:cubicBezTo>
                <a:cubicBezTo>
                  <a:pt x="9514" y="2436"/>
                  <a:pt x="9491" y="2053"/>
                  <a:pt x="9538" y="1853"/>
                </a:cubicBezTo>
                <a:cubicBezTo>
                  <a:pt x="9593" y="1621"/>
                  <a:pt x="9584" y="1551"/>
                  <a:pt x="9496" y="1506"/>
                </a:cubicBezTo>
                <a:cubicBezTo>
                  <a:pt x="9373" y="1444"/>
                  <a:pt x="9393" y="1212"/>
                  <a:pt x="9525" y="1168"/>
                </a:cubicBezTo>
                <a:cubicBezTo>
                  <a:pt x="9640" y="1130"/>
                  <a:pt x="9696" y="883"/>
                  <a:pt x="9589" y="883"/>
                </a:cubicBezTo>
                <a:cubicBezTo>
                  <a:pt x="9560" y="883"/>
                  <a:pt x="9523" y="795"/>
                  <a:pt x="9508" y="688"/>
                </a:cubicBezTo>
                <a:cubicBezTo>
                  <a:pt x="9492" y="582"/>
                  <a:pt x="9455" y="496"/>
                  <a:pt x="9425" y="496"/>
                </a:cubicBezTo>
                <a:close/>
                <a:moveTo>
                  <a:pt x="10543" y="496"/>
                </a:moveTo>
                <a:cubicBezTo>
                  <a:pt x="10467" y="496"/>
                  <a:pt x="10444" y="613"/>
                  <a:pt x="10476" y="834"/>
                </a:cubicBezTo>
                <a:cubicBezTo>
                  <a:pt x="10510" y="1069"/>
                  <a:pt x="10480" y="1330"/>
                  <a:pt x="10441" y="1142"/>
                </a:cubicBezTo>
                <a:cubicBezTo>
                  <a:pt x="10418" y="1034"/>
                  <a:pt x="10402" y="1070"/>
                  <a:pt x="10377" y="1282"/>
                </a:cubicBezTo>
                <a:cubicBezTo>
                  <a:pt x="10332" y="1653"/>
                  <a:pt x="10352" y="1905"/>
                  <a:pt x="10424" y="1877"/>
                </a:cubicBezTo>
                <a:cubicBezTo>
                  <a:pt x="10473" y="1858"/>
                  <a:pt x="10485" y="1923"/>
                  <a:pt x="10498" y="2280"/>
                </a:cubicBezTo>
                <a:cubicBezTo>
                  <a:pt x="10511" y="2620"/>
                  <a:pt x="10505" y="2730"/>
                  <a:pt x="10472" y="2835"/>
                </a:cubicBezTo>
                <a:cubicBezTo>
                  <a:pt x="10448" y="2906"/>
                  <a:pt x="10429" y="3025"/>
                  <a:pt x="10429" y="3102"/>
                </a:cubicBezTo>
                <a:cubicBezTo>
                  <a:pt x="10429" y="3191"/>
                  <a:pt x="10451" y="3206"/>
                  <a:pt x="10491" y="3144"/>
                </a:cubicBezTo>
                <a:cubicBezTo>
                  <a:pt x="10525" y="3091"/>
                  <a:pt x="10587" y="3012"/>
                  <a:pt x="10630" y="2968"/>
                </a:cubicBezTo>
                <a:cubicBezTo>
                  <a:pt x="10719" y="2876"/>
                  <a:pt x="10747" y="2606"/>
                  <a:pt x="10673" y="2545"/>
                </a:cubicBezTo>
                <a:cubicBezTo>
                  <a:pt x="10571" y="2460"/>
                  <a:pt x="10640" y="1273"/>
                  <a:pt x="10747" y="1273"/>
                </a:cubicBezTo>
                <a:cubicBezTo>
                  <a:pt x="10770" y="1273"/>
                  <a:pt x="10789" y="1220"/>
                  <a:pt x="10789" y="1158"/>
                </a:cubicBezTo>
                <a:cubicBezTo>
                  <a:pt x="10789" y="940"/>
                  <a:pt x="10730" y="765"/>
                  <a:pt x="10681" y="838"/>
                </a:cubicBezTo>
                <a:cubicBezTo>
                  <a:pt x="10648" y="888"/>
                  <a:pt x="10627" y="845"/>
                  <a:pt x="10618" y="704"/>
                </a:cubicBezTo>
                <a:cubicBezTo>
                  <a:pt x="10610" y="583"/>
                  <a:pt x="10578" y="496"/>
                  <a:pt x="10543" y="496"/>
                </a:cubicBezTo>
                <a:close/>
                <a:moveTo>
                  <a:pt x="11024" y="496"/>
                </a:moveTo>
                <a:cubicBezTo>
                  <a:pt x="10978" y="496"/>
                  <a:pt x="10946" y="920"/>
                  <a:pt x="10946" y="1535"/>
                </a:cubicBezTo>
                <a:cubicBezTo>
                  <a:pt x="10946" y="1964"/>
                  <a:pt x="10937" y="2086"/>
                  <a:pt x="10901" y="2140"/>
                </a:cubicBezTo>
                <a:cubicBezTo>
                  <a:pt x="10849" y="2218"/>
                  <a:pt x="10845" y="2339"/>
                  <a:pt x="10883" y="2687"/>
                </a:cubicBezTo>
                <a:cubicBezTo>
                  <a:pt x="10907" y="2911"/>
                  <a:pt x="10912" y="2915"/>
                  <a:pt x="10936" y="2727"/>
                </a:cubicBezTo>
                <a:cubicBezTo>
                  <a:pt x="10960" y="2541"/>
                  <a:pt x="10966" y="2548"/>
                  <a:pt x="10989" y="2800"/>
                </a:cubicBezTo>
                <a:cubicBezTo>
                  <a:pt x="11022" y="3156"/>
                  <a:pt x="11027" y="3154"/>
                  <a:pt x="11120" y="2745"/>
                </a:cubicBezTo>
                <a:lnTo>
                  <a:pt x="11197" y="2407"/>
                </a:lnTo>
                <a:lnTo>
                  <a:pt x="11241" y="2681"/>
                </a:lnTo>
                <a:cubicBezTo>
                  <a:pt x="11298" y="3035"/>
                  <a:pt x="11373" y="3043"/>
                  <a:pt x="11373" y="2695"/>
                </a:cubicBezTo>
                <a:cubicBezTo>
                  <a:pt x="11373" y="2411"/>
                  <a:pt x="11340" y="2350"/>
                  <a:pt x="11315" y="2585"/>
                </a:cubicBezTo>
                <a:cubicBezTo>
                  <a:pt x="11304" y="2689"/>
                  <a:pt x="11290" y="2663"/>
                  <a:pt x="11269" y="2500"/>
                </a:cubicBezTo>
                <a:cubicBezTo>
                  <a:pt x="11236" y="2243"/>
                  <a:pt x="11249" y="1713"/>
                  <a:pt x="11296" y="1401"/>
                </a:cubicBezTo>
                <a:cubicBezTo>
                  <a:pt x="11335" y="1142"/>
                  <a:pt x="11288" y="755"/>
                  <a:pt x="11218" y="755"/>
                </a:cubicBezTo>
                <a:cubicBezTo>
                  <a:pt x="11180" y="755"/>
                  <a:pt x="11169" y="820"/>
                  <a:pt x="11175" y="1030"/>
                </a:cubicBezTo>
                <a:cubicBezTo>
                  <a:pt x="11179" y="1190"/>
                  <a:pt x="11165" y="1367"/>
                  <a:pt x="11141" y="1452"/>
                </a:cubicBezTo>
                <a:cubicBezTo>
                  <a:pt x="11109" y="1568"/>
                  <a:pt x="11095" y="1548"/>
                  <a:pt x="11069" y="1348"/>
                </a:cubicBezTo>
                <a:cubicBezTo>
                  <a:pt x="11046" y="1169"/>
                  <a:pt x="11043" y="1052"/>
                  <a:pt x="11061" y="931"/>
                </a:cubicBezTo>
                <a:cubicBezTo>
                  <a:pt x="11089" y="735"/>
                  <a:pt x="11069" y="496"/>
                  <a:pt x="11024" y="496"/>
                </a:cubicBezTo>
                <a:close/>
                <a:moveTo>
                  <a:pt x="12192" y="617"/>
                </a:moveTo>
                <a:cubicBezTo>
                  <a:pt x="12173" y="637"/>
                  <a:pt x="12159" y="781"/>
                  <a:pt x="12164" y="1039"/>
                </a:cubicBezTo>
                <a:cubicBezTo>
                  <a:pt x="12170" y="1407"/>
                  <a:pt x="12163" y="1466"/>
                  <a:pt x="12098" y="1575"/>
                </a:cubicBezTo>
                <a:cubicBezTo>
                  <a:pt x="12013" y="1718"/>
                  <a:pt x="12003" y="1882"/>
                  <a:pt x="12076" y="1942"/>
                </a:cubicBezTo>
                <a:cubicBezTo>
                  <a:pt x="12147" y="2000"/>
                  <a:pt x="12138" y="2333"/>
                  <a:pt x="12059" y="2563"/>
                </a:cubicBezTo>
                <a:lnTo>
                  <a:pt x="11991" y="2758"/>
                </a:lnTo>
                <a:lnTo>
                  <a:pt x="12057" y="2802"/>
                </a:lnTo>
                <a:cubicBezTo>
                  <a:pt x="12105" y="2834"/>
                  <a:pt x="12134" y="2765"/>
                  <a:pt x="12164" y="2545"/>
                </a:cubicBezTo>
                <a:lnTo>
                  <a:pt x="12206" y="2241"/>
                </a:lnTo>
                <a:lnTo>
                  <a:pt x="12256" y="2590"/>
                </a:lnTo>
                <a:cubicBezTo>
                  <a:pt x="12294" y="2856"/>
                  <a:pt x="12327" y="2940"/>
                  <a:pt x="12395" y="2946"/>
                </a:cubicBezTo>
                <a:lnTo>
                  <a:pt x="12483" y="2954"/>
                </a:lnTo>
                <a:lnTo>
                  <a:pt x="12367" y="2482"/>
                </a:lnTo>
                <a:cubicBezTo>
                  <a:pt x="12241" y="1973"/>
                  <a:pt x="12224" y="1802"/>
                  <a:pt x="12294" y="1697"/>
                </a:cubicBezTo>
                <a:cubicBezTo>
                  <a:pt x="12347" y="1618"/>
                  <a:pt x="12356" y="1273"/>
                  <a:pt x="12305" y="1273"/>
                </a:cubicBezTo>
                <a:cubicBezTo>
                  <a:pt x="12287" y="1273"/>
                  <a:pt x="12261" y="1125"/>
                  <a:pt x="12250" y="947"/>
                </a:cubicBezTo>
                <a:cubicBezTo>
                  <a:pt x="12233" y="702"/>
                  <a:pt x="12210" y="598"/>
                  <a:pt x="12192" y="617"/>
                </a:cubicBezTo>
                <a:close/>
                <a:moveTo>
                  <a:pt x="8969" y="626"/>
                </a:moveTo>
                <a:cubicBezTo>
                  <a:pt x="8934" y="626"/>
                  <a:pt x="8925" y="708"/>
                  <a:pt x="8927" y="1045"/>
                </a:cubicBezTo>
                <a:cubicBezTo>
                  <a:pt x="8929" y="1276"/>
                  <a:pt x="8923" y="1652"/>
                  <a:pt x="8914" y="1879"/>
                </a:cubicBezTo>
                <a:cubicBezTo>
                  <a:pt x="8904" y="2121"/>
                  <a:pt x="8908" y="2405"/>
                  <a:pt x="8923" y="2565"/>
                </a:cubicBezTo>
                <a:cubicBezTo>
                  <a:pt x="8943" y="2782"/>
                  <a:pt x="8966" y="2829"/>
                  <a:pt x="9032" y="2798"/>
                </a:cubicBezTo>
                <a:cubicBezTo>
                  <a:pt x="9131" y="2750"/>
                  <a:pt x="9141" y="2529"/>
                  <a:pt x="9047" y="2436"/>
                </a:cubicBezTo>
                <a:cubicBezTo>
                  <a:pt x="8955" y="2344"/>
                  <a:pt x="8951" y="1807"/>
                  <a:pt x="9041" y="1559"/>
                </a:cubicBezTo>
                <a:cubicBezTo>
                  <a:pt x="9114" y="1357"/>
                  <a:pt x="9120" y="1199"/>
                  <a:pt x="9058" y="1105"/>
                </a:cubicBezTo>
                <a:cubicBezTo>
                  <a:pt x="9033" y="1068"/>
                  <a:pt x="9013" y="945"/>
                  <a:pt x="9013" y="832"/>
                </a:cubicBezTo>
                <a:cubicBezTo>
                  <a:pt x="9013" y="713"/>
                  <a:pt x="8995" y="626"/>
                  <a:pt x="8969" y="626"/>
                </a:cubicBezTo>
                <a:close/>
                <a:moveTo>
                  <a:pt x="9920" y="630"/>
                </a:moveTo>
                <a:cubicBezTo>
                  <a:pt x="9860" y="635"/>
                  <a:pt x="9793" y="1209"/>
                  <a:pt x="9819" y="1496"/>
                </a:cubicBezTo>
                <a:cubicBezTo>
                  <a:pt x="9845" y="1788"/>
                  <a:pt x="9812" y="2308"/>
                  <a:pt x="9767" y="2308"/>
                </a:cubicBezTo>
                <a:cubicBezTo>
                  <a:pt x="9748" y="2308"/>
                  <a:pt x="9733" y="2380"/>
                  <a:pt x="9733" y="2470"/>
                </a:cubicBezTo>
                <a:cubicBezTo>
                  <a:pt x="9733" y="2698"/>
                  <a:pt x="9814" y="2965"/>
                  <a:pt x="9855" y="2873"/>
                </a:cubicBezTo>
                <a:cubicBezTo>
                  <a:pt x="9874" y="2830"/>
                  <a:pt x="9895" y="2880"/>
                  <a:pt x="9902" y="2988"/>
                </a:cubicBezTo>
                <a:cubicBezTo>
                  <a:pt x="9920" y="3254"/>
                  <a:pt x="10014" y="2995"/>
                  <a:pt x="10046" y="2592"/>
                </a:cubicBezTo>
                <a:cubicBezTo>
                  <a:pt x="10071" y="2281"/>
                  <a:pt x="10115" y="2313"/>
                  <a:pt x="10115" y="2642"/>
                </a:cubicBezTo>
                <a:cubicBezTo>
                  <a:pt x="10115" y="2871"/>
                  <a:pt x="10211" y="3145"/>
                  <a:pt x="10257" y="3045"/>
                </a:cubicBezTo>
                <a:cubicBezTo>
                  <a:pt x="10277" y="2999"/>
                  <a:pt x="10285" y="2858"/>
                  <a:pt x="10278" y="2648"/>
                </a:cubicBezTo>
                <a:cubicBezTo>
                  <a:pt x="10269" y="2366"/>
                  <a:pt x="10262" y="2343"/>
                  <a:pt x="10225" y="2474"/>
                </a:cubicBezTo>
                <a:cubicBezTo>
                  <a:pt x="10162" y="2701"/>
                  <a:pt x="10130" y="2444"/>
                  <a:pt x="10149" y="1861"/>
                </a:cubicBezTo>
                <a:cubicBezTo>
                  <a:pt x="10158" y="1597"/>
                  <a:pt x="10178" y="1351"/>
                  <a:pt x="10194" y="1316"/>
                </a:cubicBezTo>
                <a:cubicBezTo>
                  <a:pt x="10216" y="1268"/>
                  <a:pt x="10212" y="1189"/>
                  <a:pt x="10180" y="1004"/>
                </a:cubicBezTo>
                <a:cubicBezTo>
                  <a:pt x="10126" y="694"/>
                  <a:pt x="10073" y="685"/>
                  <a:pt x="10054" y="982"/>
                </a:cubicBezTo>
                <a:cubicBezTo>
                  <a:pt x="10046" y="1106"/>
                  <a:pt x="10030" y="1281"/>
                  <a:pt x="10018" y="1371"/>
                </a:cubicBezTo>
                <a:cubicBezTo>
                  <a:pt x="9984" y="1629"/>
                  <a:pt x="9932" y="1308"/>
                  <a:pt x="9949" y="933"/>
                </a:cubicBezTo>
                <a:cubicBezTo>
                  <a:pt x="9959" y="690"/>
                  <a:pt x="9953" y="626"/>
                  <a:pt x="9920" y="630"/>
                </a:cubicBezTo>
                <a:close/>
                <a:moveTo>
                  <a:pt x="11745" y="632"/>
                </a:moveTo>
                <a:cubicBezTo>
                  <a:pt x="11723" y="637"/>
                  <a:pt x="11688" y="680"/>
                  <a:pt x="11638" y="761"/>
                </a:cubicBezTo>
                <a:cubicBezTo>
                  <a:pt x="11554" y="895"/>
                  <a:pt x="11554" y="896"/>
                  <a:pt x="11590" y="1219"/>
                </a:cubicBezTo>
                <a:cubicBezTo>
                  <a:pt x="11626" y="1529"/>
                  <a:pt x="11625" y="1546"/>
                  <a:pt x="11579" y="1616"/>
                </a:cubicBezTo>
                <a:cubicBezTo>
                  <a:pt x="11524" y="1698"/>
                  <a:pt x="11519" y="1799"/>
                  <a:pt x="11557" y="2017"/>
                </a:cubicBezTo>
                <a:cubicBezTo>
                  <a:pt x="11587" y="2194"/>
                  <a:pt x="11545" y="2567"/>
                  <a:pt x="11494" y="2567"/>
                </a:cubicBezTo>
                <a:cubicBezTo>
                  <a:pt x="11477" y="2567"/>
                  <a:pt x="11463" y="2630"/>
                  <a:pt x="11463" y="2709"/>
                </a:cubicBezTo>
                <a:cubicBezTo>
                  <a:pt x="11463" y="2896"/>
                  <a:pt x="11574" y="2741"/>
                  <a:pt x="11623" y="2484"/>
                </a:cubicBezTo>
                <a:cubicBezTo>
                  <a:pt x="11656" y="2315"/>
                  <a:pt x="11667" y="2330"/>
                  <a:pt x="11725" y="2620"/>
                </a:cubicBezTo>
                <a:cubicBezTo>
                  <a:pt x="11763" y="2814"/>
                  <a:pt x="11817" y="2948"/>
                  <a:pt x="11858" y="2950"/>
                </a:cubicBezTo>
                <a:cubicBezTo>
                  <a:pt x="11962" y="2956"/>
                  <a:pt x="11968" y="2810"/>
                  <a:pt x="11873" y="2559"/>
                </a:cubicBezTo>
                <a:cubicBezTo>
                  <a:pt x="11827" y="2436"/>
                  <a:pt x="11769" y="2240"/>
                  <a:pt x="11744" y="2124"/>
                </a:cubicBezTo>
                <a:cubicBezTo>
                  <a:pt x="11699" y="1913"/>
                  <a:pt x="11699" y="1909"/>
                  <a:pt x="11750" y="1703"/>
                </a:cubicBezTo>
                <a:cubicBezTo>
                  <a:pt x="11798" y="1508"/>
                  <a:pt x="11798" y="1487"/>
                  <a:pt x="11761" y="1328"/>
                </a:cubicBezTo>
                <a:cubicBezTo>
                  <a:pt x="11729" y="1193"/>
                  <a:pt x="11727" y="1127"/>
                  <a:pt x="11750" y="996"/>
                </a:cubicBezTo>
                <a:cubicBezTo>
                  <a:pt x="11765" y="906"/>
                  <a:pt x="11778" y="786"/>
                  <a:pt x="11778" y="729"/>
                </a:cubicBezTo>
                <a:cubicBezTo>
                  <a:pt x="11778" y="660"/>
                  <a:pt x="11768" y="626"/>
                  <a:pt x="11745" y="632"/>
                </a:cubicBezTo>
                <a:close/>
                <a:moveTo>
                  <a:pt x="8729" y="883"/>
                </a:moveTo>
                <a:cubicBezTo>
                  <a:pt x="8680" y="883"/>
                  <a:pt x="8673" y="930"/>
                  <a:pt x="8684" y="1176"/>
                </a:cubicBezTo>
                <a:cubicBezTo>
                  <a:pt x="8694" y="1385"/>
                  <a:pt x="8683" y="1529"/>
                  <a:pt x="8648" y="1686"/>
                </a:cubicBezTo>
                <a:cubicBezTo>
                  <a:pt x="8599" y="1901"/>
                  <a:pt x="8599" y="1912"/>
                  <a:pt x="8640" y="2089"/>
                </a:cubicBezTo>
                <a:cubicBezTo>
                  <a:pt x="8694" y="2318"/>
                  <a:pt x="8675" y="2656"/>
                  <a:pt x="8598" y="2824"/>
                </a:cubicBezTo>
                <a:cubicBezTo>
                  <a:pt x="8542" y="2948"/>
                  <a:pt x="8528" y="3091"/>
                  <a:pt x="8556" y="3256"/>
                </a:cubicBezTo>
                <a:cubicBezTo>
                  <a:pt x="8619" y="3619"/>
                  <a:pt x="8760" y="2908"/>
                  <a:pt x="8801" y="2023"/>
                </a:cubicBezTo>
                <a:cubicBezTo>
                  <a:pt x="8837" y="1233"/>
                  <a:pt x="8815" y="883"/>
                  <a:pt x="8729" y="883"/>
                </a:cubicBezTo>
                <a:close/>
                <a:moveTo>
                  <a:pt x="20633" y="2859"/>
                </a:moveTo>
                <a:lnTo>
                  <a:pt x="19998" y="3422"/>
                </a:lnTo>
                <a:cubicBezTo>
                  <a:pt x="19649" y="3731"/>
                  <a:pt x="19196" y="4134"/>
                  <a:pt x="18992" y="4317"/>
                </a:cubicBezTo>
                <a:cubicBezTo>
                  <a:pt x="18788" y="4500"/>
                  <a:pt x="18460" y="4792"/>
                  <a:pt x="18262" y="4967"/>
                </a:cubicBezTo>
                <a:cubicBezTo>
                  <a:pt x="17838" y="5341"/>
                  <a:pt x="17629" y="5535"/>
                  <a:pt x="17560" y="5617"/>
                </a:cubicBezTo>
                <a:cubicBezTo>
                  <a:pt x="17515" y="5669"/>
                  <a:pt x="17509" y="5759"/>
                  <a:pt x="17509" y="6315"/>
                </a:cubicBezTo>
                <a:cubicBezTo>
                  <a:pt x="17509" y="6665"/>
                  <a:pt x="17501" y="6973"/>
                  <a:pt x="17492" y="7002"/>
                </a:cubicBezTo>
                <a:cubicBezTo>
                  <a:pt x="17483" y="7030"/>
                  <a:pt x="17318" y="6951"/>
                  <a:pt x="17127" y="6823"/>
                </a:cubicBezTo>
                <a:cubicBezTo>
                  <a:pt x="16675" y="6522"/>
                  <a:pt x="16557" y="6525"/>
                  <a:pt x="16273" y="6840"/>
                </a:cubicBezTo>
                <a:cubicBezTo>
                  <a:pt x="16143" y="6983"/>
                  <a:pt x="15799" y="7330"/>
                  <a:pt x="15509" y="7613"/>
                </a:cubicBezTo>
                <a:cubicBezTo>
                  <a:pt x="14731" y="8371"/>
                  <a:pt x="14395" y="8727"/>
                  <a:pt x="14369" y="8820"/>
                </a:cubicBezTo>
                <a:cubicBezTo>
                  <a:pt x="14355" y="8868"/>
                  <a:pt x="14339" y="9917"/>
                  <a:pt x="14329" y="11363"/>
                </a:cubicBezTo>
                <a:cubicBezTo>
                  <a:pt x="14320" y="12717"/>
                  <a:pt x="14303" y="13859"/>
                  <a:pt x="14292" y="13900"/>
                </a:cubicBezTo>
                <a:cubicBezTo>
                  <a:pt x="14281" y="13941"/>
                  <a:pt x="14260" y="13792"/>
                  <a:pt x="14247" y="13572"/>
                </a:cubicBezTo>
                <a:cubicBezTo>
                  <a:pt x="14231" y="13313"/>
                  <a:pt x="14210" y="13185"/>
                  <a:pt x="14186" y="13207"/>
                </a:cubicBezTo>
                <a:cubicBezTo>
                  <a:pt x="14161" y="13231"/>
                  <a:pt x="14147" y="13134"/>
                  <a:pt x="14142" y="12900"/>
                </a:cubicBezTo>
                <a:cubicBezTo>
                  <a:pt x="14138" y="12711"/>
                  <a:pt x="14115" y="12454"/>
                  <a:pt x="14091" y="12329"/>
                </a:cubicBezTo>
                <a:cubicBezTo>
                  <a:pt x="14067" y="12204"/>
                  <a:pt x="14048" y="11994"/>
                  <a:pt x="14048" y="11863"/>
                </a:cubicBezTo>
                <a:cubicBezTo>
                  <a:pt x="14048" y="11389"/>
                  <a:pt x="13967" y="11594"/>
                  <a:pt x="13935" y="12148"/>
                </a:cubicBezTo>
                <a:cubicBezTo>
                  <a:pt x="13919" y="12437"/>
                  <a:pt x="13889" y="12724"/>
                  <a:pt x="13869" y="12786"/>
                </a:cubicBezTo>
                <a:cubicBezTo>
                  <a:pt x="13846" y="12863"/>
                  <a:pt x="13834" y="13087"/>
                  <a:pt x="13834" y="13461"/>
                </a:cubicBezTo>
                <a:cubicBezTo>
                  <a:pt x="13834" y="13913"/>
                  <a:pt x="13826" y="14016"/>
                  <a:pt x="13795" y="14001"/>
                </a:cubicBezTo>
                <a:cubicBezTo>
                  <a:pt x="13749" y="13980"/>
                  <a:pt x="13747" y="14015"/>
                  <a:pt x="13779" y="14353"/>
                </a:cubicBezTo>
                <a:cubicBezTo>
                  <a:pt x="13798" y="14564"/>
                  <a:pt x="13793" y="14625"/>
                  <a:pt x="13745" y="14730"/>
                </a:cubicBezTo>
                <a:cubicBezTo>
                  <a:pt x="13687" y="14857"/>
                  <a:pt x="13667" y="15285"/>
                  <a:pt x="13711" y="15443"/>
                </a:cubicBezTo>
                <a:cubicBezTo>
                  <a:pt x="13754" y="15595"/>
                  <a:pt x="13708" y="15767"/>
                  <a:pt x="13624" y="15767"/>
                </a:cubicBezTo>
                <a:cubicBezTo>
                  <a:pt x="13578" y="15767"/>
                  <a:pt x="13528" y="15837"/>
                  <a:pt x="13513" y="15923"/>
                </a:cubicBezTo>
                <a:cubicBezTo>
                  <a:pt x="13441" y="16334"/>
                  <a:pt x="13433" y="15834"/>
                  <a:pt x="13423" y="10559"/>
                </a:cubicBezTo>
                <a:lnTo>
                  <a:pt x="13413" y="5347"/>
                </a:lnTo>
                <a:lnTo>
                  <a:pt x="13483" y="4969"/>
                </a:lnTo>
                <a:cubicBezTo>
                  <a:pt x="13525" y="4742"/>
                  <a:pt x="13554" y="4457"/>
                  <a:pt x="13554" y="4266"/>
                </a:cubicBezTo>
                <a:lnTo>
                  <a:pt x="13554" y="3946"/>
                </a:lnTo>
                <a:lnTo>
                  <a:pt x="12032" y="4033"/>
                </a:lnTo>
                <a:cubicBezTo>
                  <a:pt x="11196" y="4080"/>
                  <a:pt x="9916" y="4120"/>
                  <a:pt x="9187" y="4120"/>
                </a:cubicBezTo>
                <a:lnTo>
                  <a:pt x="7861" y="4120"/>
                </a:lnTo>
                <a:lnTo>
                  <a:pt x="7988" y="4948"/>
                </a:lnTo>
                <a:lnTo>
                  <a:pt x="8114" y="5777"/>
                </a:lnTo>
                <a:lnTo>
                  <a:pt x="8114" y="10828"/>
                </a:lnTo>
                <a:cubicBezTo>
                  <a:pt x="8114" y="13607"/>
                  <a:pt x="8106" y="15911"/>
                  <a:pt x="8095" y="15949"/>
                </a:cubicBezTo>
                <a:cubicBezTo>
                  <a:pt x="8084" y="15987"/>
                  <a:pt x="8057" y="15903"/>
                  <a:pt x="8035" y="15763"/>
                </a:cubicBezTo>
                <a:cubicBezTo>
                  <a:pt x="8013" y="15622"/>
                  <a:pt x="8004" y="15508"/>
                  <a:pt x="8014" y="15508"/>
                </a:cubicBezTo>
                <a:cubicBezTo>
                  <a:pt x="8051" y="15508"/>
                  <a:pt x="7945" y="15127"/>
                  <a:pt x="7908" y="15123"/>
                </a:cubicBezTo>
                <a:cubicBezTo>
                  <a:pt x="7857" y="15117"/>
                  <a:pt x="7833" y="14875"/>
                  <a:pt x="7865" y="14694"/>
                </a:cubicBezTo>
                <a:cubicBezTo>
                  <a:pt x="7901" y="14485"/>
                  <a:pt x="7896" y="14170"/>
                  <a:pt x="7857" y="14254"/>
                </a:cubicBezTo>
                <a:cubicBezTo>
                  <a:pt x="7812" y="14355"/>
                  <a:pt x="7773" y="14032"/>
                  <a:pt x="7779" y="13604"/>
                </a:cubicBezTo>
                <a:cubicBezTo>
                  <a:pt x="7788" y="12899"/>
                  <a:pt x="7780" y="12765"/>
                  <a:pt x="7732" y="12853"/>
                </a:cubicBezTo>
                <a:cubicBezTo>
                  <a:pt x="7698" y="12915"/>
                  <a:pt x="7682" y="12860"/>
                  <a:pt x="7667" y="12632"/>
                </a:cubicBezTo>
                <a:cubicBezTo>
                  <a:pt x="7656" y="12465"/>
                  <a:pt x="7624" y="12047"/>
                  <a:pt x="7596" y="11703"/>
                </a:cubicBezTo>
                <a:lnTo>
                  <a:pt x="7545" y="11079"/>
                </a:lnTo>
                <a:lnTo>
                  <a:pt x="7503" y="11383"/>
                </a:lnTo>
                <a:cubicBezTo>
                  <a:pt x="7479" y="11551"/>
                  <a:pt x="7450" y="11829"/>
                  <a:pt x="7438" y="11999"/>
                </a:cubicBezTo>
                <a:cubicBezTo>
                  <a:pt x="7426" y="12169"/>
                  <a:pt x="7410" y="12269"/>
                  <a:pt x="7402" y="12223"/>
                </a:cubicBezTo>
                <a:cubicBezTo>
                  <a:pt x="7394" y="12178"/>
                  <a:pt x="7370" y="12235"/>
                  <a:pt x="7348" y="12347"/>
                </a:cubicBezTo>
                <a:cubicBezTo>
                  <a:pt x="7326" y="12462"/>
                  <a:pt x="7281" y="12531"/>
                  <a:pt x="7245" y="12507"/>
                </a:cubicBezTo>
                <a:lnTo>
                  <a:pt x="7182" y="12466"/>
                </a:lnTo>
                <a:lnTo>
                  <a:pt x="7164" y="11049"/>
                </a:lnTo>
                <a:cubicBezTo>
                  <a:pt x="7155" y="10270"/>
                  <a:pt x="7144" y="9626"/>
                  <a:pt x="7141" y="9616"/>
                </a:cubicBezTo>
                <a:cubicBezTo>
                  <a:pt x="7125" y="9551"/>
                  <a:pt x="5699" y="6535"/>
                  <a:pt x="5258" y="5633"/>
                </a:cubicBezTo>
                <a:lnTo>
                  <a:pt x="4729" y="4550"/>
                </a:lnTo>
                <a:lnTo>
                  <a:pt x="4396" y="4819"/>
                </a:lnTo>
                <a:cubicBezTo>
                  <a:pt x="4104" y="5056"/>
                  <a:pt x="4061" y="5122"/>
                  <a:pt x="4046" y="5353"/>
                </a:cubicBezTo>
                <a:cubicBezTo>
                  <a:pt x="4030" y="5598"/>
                  <a:pt x="3977" y="5654"/>
                  <a:pt x="3350" y="6058"/>
                </a:cubicBezTo>
                <a:cubicBezTo>
                  <a:pt x="2787" y="6422"/>
                  <a:pt x="2649" y="6473"/>
                  <a:pt x="2535" y="6364"/>
                </a:cubicBezTo>
                <a:cubicBezTo>
                  <a:pt x="2370" y="6207"/>
                  <a:pt x="2062" y="6472"/>
                  <a:pt x="1990" y="6833"/>
                </a:cubicBezTo>
                <a:cubicBezTo>
                  <a:pt x="1922" y="7176"/>
                  <a:pt x="1228" y="7707"/>
                  <a:pt x="1078" y="7530"/>
                </a:cubicBezTo>
                <a:cubicBezTo>
                  <a:pt x="929" y="7354"/>
                  <a:pt x="705" y="7553"/>
                  <a:pt x="691" y="7874"/>
                </a:cubicBezTo>
                <a:cubicBezTo>
                  <a:pt x="680" y="8099"/>
                  <a:pt x="648" y="8163"/>
                  <a:pt x="456" y="8330"/>
                </a:cubicBezTo>
                <a:lnTo>
                  <a:pt x="360" y="8413"/>
                </a:lnTo>
                <a:lnTo>
                  <a:pt x="359" y="9209"/>
                </a:lnTo>
                <a:cubicBezTo>
                  <a:pt x="359" y="9647"/>
                  <a:pt x="350" y="11314"/>
                  <a:pt x="340" y="12910"/>
                </a:cubicBezTo>
                <a:cubicBezTo>
                  <a:pt x="323" y="15460"/>
                  <a:pt x="316" y="15830"/>
                  <a:pt x="281" y="15977"/>
                </a:cubicBezTo>
                <a:cubicBezTo>
                  <a:pt x="228" y="16202"/>
                  <a:pt x="200" y="16078"/>
                  <a:pt x="217" y="15692"/>
                </a:cubicBezTo>
                <a:cubicBezTo>
                  <a:pt x="230" y="15377"/>
                  <a:pt x="197" y="15250"/>
                  <a:pt x="169" y="15510"/>
                </a:cubicBezTo>
                <a:cubicBezTo>
                  <a:pt x="161" y="15582"/>
                  <a:pt x="145" y="15605"/>
                  <a:pt x="133" y="15562"/>
                </a:cubicBezTo>
                <a:cubicBezTo>
                  <a:pt x="112" y="15487"/>
                  <a:pt x="118" y="14999"/>
                  <a:pt x="144" y="14600"/>
                </a:cubicBezTo>
                <a:cubicBezTo>
                  <a:pt x="153" y="14470"/>
                  <a:pt x="133" y="14341"/>
                  <a:pt x="85" y="14204"/>
                </a:cubicBezTo>
                <a:cubicBezTo>
                  <a:pt x="39" y="14076"/>
                  <a:pt x="19" y="13962"/>
                  <a:pt x="0" y="13643"/>
                </a:cubicBezTo>
                <a:lnTo>
                  <a:pt x="0" y="21590"/>
                </a:lnTo>
                <a:lnTo>
                  <a:pt x="10800" y="21590"/>
                </a:lnTo>
                <a:lnTo>
                  <a:pt x="21600" y="21590"/>
                </a:lnTo>
                <a:lnTo>
                  <a:pt x="21600" y="3841"/>
                </a:lnTo>
                <a:cubicBezTo>
                  <a:pt x="21529" y="3750"/>
                  <a:pt x="21367" y="3572"/>
                  <a:pt x="21142" y="3353"/>
                </a:cubicBezTo>
                <a:lnTo>
                  <a:pt x="20633" y="2859"/>
                </a:lnTo>
                <a:close/>
                <a:moveTo>
                  <a:pt x="9274" y="2954"/>
                </a:moveTo>
                <a:cubicBezTo>
                  <a:pt x="9254" y="2954"/>
                  <a:pt x="9238" y="3046"/>
                  <a:pt x="9238" y="3159"/>
                </a:cubicBezTo>
                <a:cubicBezTo>
                  <a:pt x="9238" y="3387"/>
                  <a:pt x="9286" y="3348"/>
                  <a:pt x="9300" y="3108"/>
                </a:cubicBezTo>
                <a:cubicBezTo>
                  <a:pt x="9305" y="3023"/>
                  <a:pt x="9293" y="2954"/>
                  <a:pt x="9274" y="2954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155" name="第三十三届“冯如杯”竞赛主赛道论文组参赛作品院审答辩"/>
          <p:cNvSpPr/>
          <p:nvPr/>
        </p:nvSpPr>
        <p:spPr>
          <a:xfrm>
            <a:off x="6096000" y="2056173"/>
            <a:ext cx="575651" cy="396875"/>
          </a:xfrm>
          <a:prstGeom prst="lin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>
              <a:defRPr sz="4500"/>
            </a:lvl1pPr>
          </a:lstStyle>
          <a:p>
            <a:endParaRPr sz="2250" dirty="0"/>
          </a:p>
        </p:txBody>
      </p:sp>
      <p:sp>
        <p:nvSpPr>
          <p:cNvPr id="2" name="矩形 1"/>
          <p:cNvSpPr/>
          <p:nvPr/>
        </p:nvSpPr>
        <p:spPr>
          <a:xfrm>
            <a:off x="2823146" y="412163"/>
            <a:ext cx="7399953" cy="29654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958" y="310929"/>
            <a:ext cx="2675965" cy="620782"/>
          </a:xfrm>
          <a:prstGeom prst="rect">
            <a:avLst/>
          </a:prstGeom>
        </p:spPr>
      </p:pic>
      <p:sp>
        <p:nvSpPr>
          <p:cNvPr id="5" name="新型反钙钛矿结构近零热膨胀材料设计与制备"/>
          <p:cNvSpPr txBox="1"/>
          <p:nvPr>
            <p:custDataLst>
              <p:tags r:id="rId4"/>
            </p:custDataLst>
          </p:nvPr>
        </p:nvSpPr>
        <p:spPr>
          <a:xfrm>
            <a:off x="1481455" y="1947545"/>
            <a:ext cx="8976360" cy="177419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9000" b="1">
                <a:solidFill>
                  <a:srgbClr val="2C66B1"/>
                </a:solidFill>
              </a:defRPr>
            </a:lvl1pPr>
          </a:lstStyle>
          <a:p>
            <a:pPr algn="ctr"/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 2</a:t>
            </a:r>
            <a:endParaRPr lang="en-US" altLang="zh-CN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需求分析与设计</a:t>
            </a:r>
            <a:endParaRPr lang="zh-CN" altLang="en-US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核心需求分析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" y="159194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C91D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C91D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</a:t>
            </a:r>
            <a:endParaRPr sz="2325" b="1">
              <a:solidFill>
                <a:srgbClr val="C91D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2258695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核心需求</a:t>
            </a:r>
            <a:endParaRPr sz="1050" b="1">
              <a:solidFill>
                <a:srgbClr val="6E63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52500" y="2544445"/>
            <a:ext cx="268922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注册登录、</a:t>
            </a:r>
            <a:r>
              <a:rPr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找服务、下单</a:t>
            </a:r>
            <a:r>
              <a:rPr lang="zh-CN"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、订单查询</a:t>
            </a:r>
            <a:r>
              <a:rPr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、使用权益、售后反馈</a:t>
            </a:r>
            <a:endParaRPr sz="1575" b="0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2500" y="3287395"/>
            <a:ext cx="2438400" cy="13335"/>
          </a:xfrm>
          <a:prstGeom prst="rect">
            <a:avLst/>
          </a:prstGeom>
          <a:solidFill>
            <a:srgbClr val="E6DDD8"/>
          </a:solidFill>
          <a:ln w="0">
            <a:solidFill>
              <a:srgbClr val="E6DDD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52500" y="3535045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系统响应</a:t>
            </a:r>
            <a:endParaRPr sz="1050" b="1">
              <a:solidFill>
                <a:srgbClr val="6E63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52500" y="3801745"/>
            <a:ext cx="2476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</a:t>
            </a:r>
            <a:r>
              <a:rPr lang="en-US"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</a:t>
            </a:r>
            <a:r>
              <a:rPr lang="zh-CN"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搜索推荐</a:t>
            </a:r>
            <a:r>
              <a:rPr lang="en-US" altLang="zh-CN"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/AI</a:t>
            </a:r>
            <a:r>
              <a:rPr lang="zh-CN" altLang="en-US"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助手</a:t>
            </a:r>
            <a:r>
              <a:rPr lang="zh-CN"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、定位、</a:t>
            </a:r>
            <a:r>
              <a:rPr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浏览、下单、评价、客服、投诉</a:t>
            </a:r>
            <a:endParaRPr sz="1425" b="0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591050" y="159194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235D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235D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商家</a:t>
            </a:r>
            <a:endParaRPr sz="2325" b="1">
              <a:solidFill>
                <a:srgbClr val="235D8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591050" y="2258695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核心需求</a:t>
            </a:r>
            <a:endParaRPr sz="1050" b="1">
              <a:solidFill>
                <a:srgbClr val="6E63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591050" y="2544445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营业数据管理、</a:t>
            </a:r>
            <a:r>
              <a:rPr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管门店、管商品、处理订单、服务用户</a:t>
            </a:r>
            <a:endParaRPr sz="1575" b="0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591050" y="3287395"/>
            <a:ext cx="2438400" cy="13335"/>
          </a:xfrm>
          <a:prstGeom prst="rect">
            <a:avLst/>
          </a:prstGeom>
          <a:solidFill>
            <a:srgbClr val="E6DDD8"/>
          </a:solidFill>
          <a:ln w="0">
            <a:solidFill>
              <a:srgbClr val="E6DDD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591050" y="3535045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系统响应</a:t>
            </a:r>
            <a:endParaRPr sz="1050" b="1">
              <a:solidFill>
                <a:srgbClr val="6E63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591050" y="3801745"/>
            <a:ext cx="2476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商家端完成商品、订单、核销、评价客服</a:t>
            </a:r>
            <a:r>
              <a:rPr lang="zh-CN"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，提供数据</a:t>
            </a:r>
            <a:r>
              <a:rPr lang="zh-CN"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面板</a:t>
            </a:r>
            <a:endParaRPr lang="zh-CN" sz="1425" b="0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229600" y="159194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E7D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1E7D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平台</a:t>
            </a:r>
            <a:endParaRPr sz="2325" b="1">
              <a:solidFill>
                <a:srgbClr val="1E7D5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229600" y="2258695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核心需求</a:t>
            </a:r>
            <a:endParaRPr sz="1050" b="1">
              <a:solidFill>
                <a:srgbClr val="6E63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229600" y="2544445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管商户、管交易、管内容、看数据</a:t>
            </a:r>
            <a:endParaRPr sz="1575" b="0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229600" y="3287395"/>
            <a:ext cx="2438400" cy="13335"/>
          </a:xfrm>
          <a:prstGeom prst="rect">
            <a:avLst/>
          </a:prstGeom>
          <a:solidFill>
            <a:srgbClr val="E6DDD8"/>
          </a:solidFill>
          <a:ln w="0">
            <a:solidFill>
              <a:srgbClr val="E6DDD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229600" y="3535045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1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系统响应</a:t>
            </a:r>
            <a:endParaRPr sz="1050" b="1">
              <a:solidFill>
                <a:srgbClr val="6E63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229600" y="3801745"/>
            <a:ext cx="2476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管理端完成全局治理、投诉评价、审计配置</a:t>
            </a:r>
            <a:endParaRPr sz="1425" b="0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0" y="4811395"/>
            <a:ext cx="3671570" cy="1975485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4811395"/>
            <a:ext cx="3094355" cy="1929130"/>
          </a:xfrm>
          <a:prstGeom prst="rect">
            <a:avLst/>
          </a:prstGeom>
        </p:spPr>
      </p:pic>
      <p:sp>
        <p:nvSpPr>
          <p:cNvPr id="45" name="矩形: 圆角 1"/>
          <p:cNvSpPr/>
          <p:nvPr>
            <p:custDataLst>
              <p:tags r:id="rId3"/>
            </p:custDataLst>
          </p:nvPr>
        </p:nvSpPr>
        <p:spPr>
          <a:xfrm>
            <a:off x="599440" y="1318895"/>
            <a:ext cx="3217545" cy="3350260"/>
          </a:xfrm>
          <a:prstGeom prst="roundRect">
            <a:avLst>
              <a:gd name="adj" fmla="val 4500"/>
            </a:avLst>
          </a:prstGeom>
          <a:solidFill>
            <a:schemeClr val="tx2">
              <a:alpha val="15000"/>
            </a:schemeClr>
          </a:solidFill>
          <a:ln w="254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46" name="矩形: 圆角 1"/>
          <p:cNvSpPr/>
          <p:nvPr>
            <p:custDataLst>
              <p:tags r:id="rId4"/>
            </p:custDataLst>
          </p:nvPr>
        </p:nvSpPr>
        <p:spPr>
          <a:xfrm>
            <a:off x="4201160" y="1318895"/>
            <a:ext cx="3217545" cy="3350260"/>
          </a:xfrm>
          <a:prstGeom prst="roundRect">
            <a:avLst>
              <a:gd name="adj" fmla="val 4500"/>
            </a:avLst>
          </a:prstGeom>
          <a:solidFill>
            <a:schemeClr val="tx2">
              <a:alpha val="15000"/>
            </a:schemeClr>
          </a:solidFill>
          <a:ln w="254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47" name="矩形: 圆角 1"/>
          <p:cNvSpPr/>
          <p:nvPr>
            <p:custDataLst>
              <p:tags r:id="rId5"/>
            </p:custDataLst>
          </p:nvPr>
        </p:nvSpPr>
        <p:spPr>
          <a:xfrm>
            <a:off x="7917180" y="1318895"/>
            <a:ext cx="3217545" cy="3350260"/>
          </a:xfrm>
          <a:prstGeom prst="roundRect">
            <a:avLst>
              <a:gd name="adj" fmla="val 4500"/>
            </a:avLst>
          </a:prstGeom>
          <a:solidFill>
            <a:schemeClr val="tx2">
              <a:alpha val="15000"/>
            </a:schemeClr>
          </a:solidFill>
          <a:ln w="254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功能</a:t>
            </a: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设计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460375" y="1393190"/>
            <a:ext cx="11172190" cy="340931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00100" y="1657350"/>
            <a:ext cx="10514330" cy="689610"/>
          </a:xfrm>
          <a:prstGeom prst="rect">
            <a:avLst/>
          </a:prstGeom>
          <a:solidFill>
            <a:srgbClr val="FFFFFF"/>
          </a:solidFill>
          <a:ln w="9525">
            <a:solidFill>
              <a:srgbClr val="E6DDD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04900" y="1809750"/>
            <a:ext cx="180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C91D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C91D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用户消费闭环</a:t>
            </a:r>
            <a:endParaRPr sz="1800" b="1">
              <a:solidFill>
                <a:srgbClr val="C91D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860040" y="1828165"/>
            <a:ext cx="845439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注册登录 -&gt; 推荐搜索 -&gt; 下单支付 -&gt; 履约使用</a:t>
            </a:r>
            <a:r>
              <a:rPr lang="en-US" sz="17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7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外卖配送</a:t>
            </a:r>
            <a:r>
              <a:rPr sz="17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-&gt; 评价售后 -&gt; 会员优惠</a:t>
            </a:r>
            <a:endParaRPr sz="1725" b="0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00100" y="2781300"/>
            <a:ext cx="10514330" cy="659130"/>
          </a:xfrm>
          <a:prstGeom prst="rect">
            <a:avLst/>
          </a:prstGeom>
          <a:solidFill>
            <a:srgbClr val="FFFFFF"/>
          </a:solidFill>
          <a:ln w="9525">
            <a:solidFill>
              <a:srgbClr val="E6DDD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04900" y="2933700"/>
            <a:ext cx="180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35D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235D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商家经营闭环</a:t>
            </a:r>
            <a:endParaRPr sz="1800" b="1">
              <a:solidFill>
                <a:srgbClr val="235D8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860040" y="2952115"/>
            <a:ext cx="774128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入驻登录 -&gt; 数据面板 -&gt; 商品服务 -&gt; 订单处理 -&gt; 核销预约 -&gt; 客服评价</a:t>
            </a:r>
            <a:endParaRPr sz="1725" b="0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00100" y="3905250"/>
            <a:ext cx="10514330" cy="683895"/>
          </a:xfrm>
          <a:prstGeom prst="rect">
            <a:avLst/>
          </a:prstGeom>
          <a:solidFill>
            <a:srgbClr val="FFFFFF"/>
          </a:solidFill>
          <a:ln w="9525">
            <a:solidFill>
              <a:srgbClr val="E6DDD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104900" y="4057650"/>
            <a:ext cx="180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E7D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1E7D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平台治理闭环</a:t>
            </a:r>
            <a:endParaRPr sz="1800" b="1">
              <a:solidFill>
                <a:srgbClr val="1E7D5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860040" y="4076065"/>
            <a:ext cx="747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全局面板 -&gt; 商户用户 -&gt; 订单券码 -&gt; 评价投诉 -&gt; 审计设置</a:t>
            </a:r>
            <a:endParaRPr sz="1725" b="0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" descr="Picture 1"/>
          <p:cNvPicPr>
            <a:picLocks noChangeAspect="1"/>
          </p:cNvPicPr>
          <p:nvPr/>
        </p:nvPicPr>
        <p:blipFill>
          <a:blip r:embed="rId1"/>
          <a:srcRect l="3027" t="71036" r="3027"/>
          <a:stretch>
            <a:fillRect/>
          </a:stretch>
        </p:blipFill>
        <p:spPr>
          <a:xfrm>
            <a:off x="-4366" y="4738347"/>
            <a:ext cx="12200732" cy="2115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0" extrusionOk="0">
                <a:moveTo>
                  <a:pt x="12883" y="0"/>
                </a:moveTo>
                <a:cubicBezTo>
                  <a:pt x="12873" y="3"/>
                  <a:pt x="12860" y="35"/>
                  <a:pt x="12846" y="101"/>
                </a:cubicBezTo>
                <a:cubicBezTo>
                  <a:pt x="12827" y="191"/>
                  <a:pt x="12796" y="229"/>
                  <a:pt x="12775" y="184"/>
                </a:cubicBezTo>
                <a:cubicBezTo>
                  <a:pt x="12754" y="137"/>
                  <a:pt x="12728" y="187"/>
                  <a:pt x="12713" y="302"/>
                </a:cubicBezTo>
                <a:cubicBezTo>
                  <a:pt x="12699" y="411"/>
                  <a:pt x="12656" y="514"/>
                  <a:pt x="12618" y="530"/>
                </a:cubicBezTo>
                <a:cubicBezTo>
                  <a:pt x="12554" y="558"/>
                  <a:pt x="12550" y="587"/>
                  <a:pt x="12566" y="909"/>
                </a:cubicBezTo>
                <a:cubicBezTo>
                  <a:pt x="12578" y="1152"/>
                  <a:pt x="12573" y="1303"/>
                  <a:pt x="12551" y="1409"/>
                </a:cubicBezTo>
                <a:cubicBezTo>
                  <a:pt x="12534" y="1493"/>
                  <a:pt x="12519" y="1643"/>
                  <a:pt x="12519" y="1741"/>
                </a:cubicBezTo>
                <a:cubicBezTo>
                  <a:pt x="12519" y="2003"/>
                  <a:pt x="12602" y="2436"/>
                  <a:pt x="12653" y="2436"/>
                </a:cubicBezTo>
                <a:cubicBezTo>
                  <a:pt x="12715" y="2436"/>
                  <a:pt x="12735" y="2699"/>
                  <a:pt x="12679" y="2784"/>
                </a:cubicBezTo>
                <a:cubicBezTo>
                  <a:pt x="12625" y="2865"/>
                  <a:pt x="12620" y="2967"/>
                  <a:pt x="12659" y="3189"/>
                </a:cubicBezTo>
                <a:cubicBezTo>
                  <a:pt x="12716" y="3520"/>
                  <a:pt x="12767" y="3278"/>
                  <a:pt x="12767" y="2673"/>
                </a:cubicBezTo>
                <a:cubicBezTo>
                  <a:pt x="12767" y="2521"/>
                  <a:pt x="12785" y="2384"/>
                  <a:pt x="12812" y="2345"/>
                </a:cubicBezTo>
                <a:cubicBezTo>
                  <a:pt x="12862" y="2268"/>
                  <a:pt x="12868" y="2165"/>
                  <a:pt x="12832" y="1956"/>
                </a:cubicBezTo>
                <a:cubicBezTo>
                  <a:pt x="12796" y="1753"/>
                  <a:pt x="12823" y="1565"/>
                  <a:pt x="12902" y="1466"/>
                </a:cubicBezTo>
                <a:cubicBezTo>
                  <a:pt x="12977" y="1371"/>
                  <a:pt x="12993" y="1142"/>
                  <a:pt x="12925" y="1142"/>
                </a:cubicBezTo>
                <a:cubicBezTo>
                  <a:pt x="12863" y="1142"/>
                  <a:pt x="12854" y="983"/>
                  <a:pt x="12892" y="561"/>
                </a:cubicBezTo>
                <a:cubicBezTo>
                  <a:pt x="12921" y="235"/>
                  <a:pt x="12912" y="-10"/>
                  <a:pt x="12883" y="0"/>
                </a:cubicBezTo>
                <a:close/>
                <a:moveTo>
                  <a:pt x="9425" y="496"/>
                </a:moveTo>
                <a:cubicBezTo>
                  <a:pt x="9381" y="496"/>
                  <a:pt x="9372" y="553"/>
                  <a:pt x="9377" y="779"/>
                </a:cubicBezTo>
                <a:cubicBezTo>
                  <a:pt x="9383" y="1004"/>
                  <a:pt x="9369" y="1092"/>
                  <a:pt x="9311" y="1188"/>
                </a:cubicBezTo>
                <a:cubicBezTo>
                  <a:pt x="9271" y="1256"/>
                  <a:pt x="9238" y="1388"/>
                  <a:pt x="9238" y="1484"/>
                </a:cubicBezTo>
                <a:cubicBezTo>
                  <a:pt x="9238" y="1698"/>
                  <a:pt x="9265" y="1710"/>
                  <a:pt x="9300" y="1512"/>
                </a:cubicBezTo>
                <a:cubicBezTo>
                  <a:pt x="9314" y="1432"/>
                  <a:pt x="9342" y="1405"/>
                  <a:pt x="9363" y="1452"/>
                </a:cubicBezTo>
                <a:cubicBezTo>
                  <a:pt x="9399" y="1530"/>
                  <a:pt x="9399" y="1553"/>
                  <a:pt x="9361" y="1794"/>
                </a:cubicBezTo>
                <a:cubicBezTo>
                  <a:pt x="9322" y="2044"/>
                  <a:pt x="9322" y="2065"/>
                  <a:pt x="9369" y="2432"/>
                </a:cubicBezTo>
                <a:cubicBezTo>
                  <a:pt x="9396" y="2641"/>
                  <a:pt x="9408" y="2843"/>
                  <a:pt x="9396" y="2885"/>
                </a:cubicBezTo>
                <a:cubicBezTo>
                  <a:pt x="9384" y="2927"/>
                  <a:pt x="9380" y="3048"/>
                  <a:pt x="9387" y="3152"/>
                </a:cubicBezTo>
                <a:cubicBezTo>
                  <a:pt x="9406" y="3431"/>
                  <a:pt x="9463" y="3385"/>
                  <a:pt x="9463" y="3092"/>
                </a:cubicBezTo>
                <a:cubicBezTo>
                  <a:pt x="9463" y="2746"/>
                  <a:pt x="9497" y="2655"/>
                  <a:pt x="9552" y="2853"/>
                </a:cubicBezTo>
                <a:cubicBezTo>
                  <a:pt x="9591" y="2991"/>
                  <a:pt x="9603" y="2987"/>
                  <a:pt x="9620" y="2830"/>
                </a:cubicBezTo>
                <a:cubicBezTo>
                  <a:pt x="9646" y="2585"/>
                  <a:pt x="9628" y="2436"/>
                  <a:pt x="9573" y="2436"/>
                </a:cubicBezTo>
                <a:cubicBezTo>
                  <a:pt x="9514" y="2436"/>
                  <a:pt x="9491" y="2053"/>
                  <a:pt x="9538" y="1853"/>
                </a:cubicBezTo>
                <a:cubicBezTo>
                  <a:pt x="9593" y="1621"/>
                  <a:pt x="9584" y="1551"/>
                  <a:pt x="9496" y="1506"/>
                </a:cubicBezTo>
                <a:cubicBezTo>
                  <a:pt x="9373" y="1444"/>
                  <a:pt x="9393" y="1212"/>
                  <a:pt x="9525" y="1168"/>
                </a:cubicBezTo>
                <a:cubicBezTo>
                  <a:pt x="9640" y="1130"/>
                  <a:pt x="9696" y="883"/>
                  <a:pt x="9589" y="883"/>
                </a:cubicBezTo>
                <a:cubicBezTo>
                  <a:pt x="9560" y="883"/>
                  <a:pt x="9523" y="795"/>
                  <a:pt x="9508" y="688"/>
                </a:cubicBezTo>
                <a:cubicBezTo>
                  <a:pt x="9492" y="582"/>
                  <a:pt x="9455" y="496"/>
                  <a:pt x="9425" y="496"/>
                </a:cubicBezTo>
                <a:close/>
                <a:moveTo>
                  <a:pt x="10543" y="496"/>
                </a:moveTo>
                <a:cubicBezTo>
                  <a:pt x="10467" y="496"/>
                  <a:pt x="10444" y="613"/>
                  <a:pt x="10476" y="834"/>
                </a:cubicBezTo>
                <a:cubicBezTo>
                  <a:pt x="10510" y="1069"/>
                  <a:pt x="10480" y="1330"/>
                  <a:pt x="10441" y="1142"/>
                </a:cubicBezTo>
                <a:cubicBezTo>
                  <a:pt x="10418" y="1034"/>
                  <a:pt x="10402" y="1070"/>
                  <a:pt x="10377" y="1282"/>
                </a:cubicBezTo>
                <a:cubicBezTo>
                  <a:pt x="10332" y="1653"/>
                  <a:pt x="10352" y="1905"/>
                  <a:pt x="10424" y="1877"/>
                </a:cubicBezTo>
                <a:cubicBezTo>
                  <a:pt x="10473" y="1858"/>
                  <a:pt x="10485" y="1923"/>
                  <a:pt x="10498" y="2280"/>
                </a:cubicBezTo>
                <a:cubicBezTo>
                  <a:pt x="10511" y="2620"/>
                  <a:pt x="10505" y="2730"/>
                  <a:pt x="10472" y="2835"/>
                </a:cubicBezTo>
                <a:cubicBezTo>
                  <a:pt x="10448" y="2906"/>
                  <a:pt x="10429" y="3025"/>
                  <a:pt x="10429" y="3102"/>
                </a:cubicBezTo>
                <a:cubicBezTo>
                  <a:pt x="10429" y="3191"/>
                  <a:pt x="10451" y="3206"/>
                  <a:pt x="10491" y="3144"/>
                </a:cubicBezTo>
                <a:cubicBezTo>
                  <a:pt x="10525" y="3091"/>
                  <a:pt x="10587" y="3012"/>
                  <a:pt x="10630" y="2968"/>
                </a:cubicBezTo>
                <a:cubicBezTo>
                  <a:pt x="10719" y="2876"/>
                  <a:pt x="10747" y="2606"/>
                  <a:pt x="10673" y="2545"/>
                </a:cubicBezTo>
                <a:cubicBezTo>
                  <a:pt x="10571" y="2460"/>
                  <a:pt x="10640" y="1273"/>
                  <a:pt x="10747" y="1273"/>
                </a:cubicBezTo>
                <a:cubicBezTo>
                  <a:pt x="10770" y="1273"/>
                  <a:pt x="10789" y="1220"/>
                  <a:pt x="10789" y="1158"/>
                </a:cubicBezTo>
                <a:cubicBezTo>
                  <a:pt x="10789" y="940"/>
                  <a:pt x="10730" y="765"/>
                  <a:pt x="10681" y="838"/>
                </a:cubicBezTo>
                <a:cubicBezTo>
                  <a:pt x="10648" y="888"/>
                  <a:pt x="10627" y="845"/>
                  <a:pt x="10618" y="704"/>
                </a:cubicBezTo>
                <a:cubicBezTo>
                  <a:pt x="10610" y="583"/>
                  <a:pt x="10578" y="496"/>
                  <a:pt x="10543" y="496"/>
                </a:cubicBezTo>
                <a:close/>
                <a:moveTo>
                  <a:pt x="11024" y="496"/>
                </a:moveTo>
                <a:cubicBezTo>
                  <a:pt x="10978" y="496"/>
                  <a:pt x="10946" y="920"/>
                  <a:pt x="10946" y="1535"/>
                </a:cubicBezTo>
                <a:cubicBezTo>
                  <a:pt x="10946" y="1964"/>
                  <a:pt x="10937" y="2086"/>
                  <a:pt x="10901" y="2140"/>
                </a:cubicBezTo>
                <a:cubicBezTo>
                  <a:pt x="10849" y="2218"/>
                  <a:pt x="10845" y="2339"/>
                  <a:pt x="10883" y="2687"/>
                </a:cubicBezTo>
                <a:cubicBezTo>
                  <a:pt x="10907" y="2911"/>
                  <a:pt x="10912" y="2915"/>
                  <a:pt x="10936" y="2727"/>
                </a:cubicBezTo>
                <a:cubicBezTo>
                  <a:pt x="10960" y="2541"/>
                  <a:pt x="10966" y="2548"/>
                  <a:pt x="10989" y="2800"/>
                </a:cubicBezTo>
                <a:cubicBezTo>
                  <a:pt x="11022" y="3156"/>
                  <a:pt x="11027" y="3154"/>
                  <a:pt x="11120" y="2745"/>
                </a:cubicBezTo>
                <a:lnTo>
                  <a:pt x="11197" y="2407"/>
                </a:lnTo>
                <a:lnTo>
                  <a:pt x="11241" y="2681"/>
                </a:lnTo>
                <a:cubicBezTo>
                  <a:pt x="11298" y="3035"/>
                  <a:pt x="11373" y="3043"/>
                  <a:pt x="11373" y="2695"/>
                </a:cubicBezTo>
                <a:cubicBezTo>
                  <a:pt x="11373" y="2411"/>
                  <a:pt x="11340" y="2350"/>
                  <a:pt x="11315" y="2585"/>
                </a:cubicBezTo>
                <a:cubicBezTo>
                  <a:pt x="11304" y="2689"/>
                  <a:pt x="11290" y="2663"/>
                  <a:pt x="11269" y="2500"/>
                </a:cubicBezTo>
                <a:cubicBezTo>
                  <a:pt x="11236" y="2243"/>
                  <a:pt x="11249" y="1713"/>
                  <a:pt x="11296" y="1401"/>
                </a:cubicBezTo>
                <a:cubicBezTo>
                  <a:pt x="11335" y="1142"/>
                  <a:pt x="11288" y="755"/>
                  <a:pt x="11218" y="755"/>
                </a:cubicBezTo>
                <a:cubicBezTo>
                  <a:pt x="11180" y="755"/>
                  <a:pt x="11169" y="820"/>
                  <a:pt x="11175" y="1030"/>
                </a:cubicBezTo>
                <a:cubicBezTo>
                  <a:pt x="11179" y="1190"/>
                  <a:pt x="11165" y="1367"/>
                  <a:pt x="11141" y="1452"/>
                </a:cubicBezTo>
                <a:cubicBezTo>
                  <a:pt x="11109" y="1568"/>
                  <a:pt x="11095" y="1548"/>
                  <a:pt x="11069" y="1348"/>
                </a:cubicBezTo>
                <a:cubicBezTo>
                  <a:pt x="11046" y="1169"/>
                  <a:pt x="11043" y="1052"/>
                  <a:pt x="11061" y="931"/>
                </a:cubicBezTo>
                <a:cubicBezTo>
                  <a:pt x="11089" y="735"/>
                  <a:pt x="11069" y="496"/>
                  <a:pt x="11024" y="496"/>
                </a:cubicBezTo>
                <a:close/>
                <a:moveTo>
                  <a:pt x="12192" y="617"/>
                </a:moveTo>
                <a:cubicBezTo>
                  <a:pt x="12173" y="637"/>
                  <a:pt x="12159" y="781"/>
                  <a:pt x="12164" y="1039"/>
                </a:cubicBezTo>
                <a:cubicBezTo>
                  <a:pt x="12170" y="1407"/>
                  <a:pt x="12163" y="1466"/>
                  <a:pt x="12098" y="1575"/>
                </a:cubicBezTo>
                <a:cubicBezTo>
                  <a:pt x="12013" y="1718"/>
                  <a:pt x="12003" y="1882"/>
                  <a:pt x="12076" y="1942"/>
                </a:cubicBezTo>
                <a:cubicBezTo>
                  <a:pt x="12147" y="2000"/>
                  <a:pt x="12138" y="2333"/>
                  <a:pt x="12059" y="2563"/>
                </a:cubicBezTo>
                <a:lnTo>
                  <a:pt x="11991" y="2758"/>
                </a:lnTo>
                <a:lnTo>
                  <a:pt x="12057" y="2802"/>
                </a:lnTo>
                <a:cubicBezTo>
                  <a:pt x="12105" y="2834"/>
                  <a:pt x="12134" y="2765"/>
                  <a:pt x="12164" y="2545"/>
                </a:cubicBezTo>
                <a:lnTo>
                  <a:pt x="12206" y="2241"/>
                </a:lnTo>
                <a:lnTo>
                  <a:pt x="12256" y="2590"/>
                </a:lnTo>
                <a:cubicBezTo>
                  <a:pt x="12294" y="2856"/>
                  <a:pt x="12327" y="2940"/>
                  <a:pt x="12395" y="2946"/>
                </a:cubicBezTo>
                <a:lnTo>
                  <a:pt x="12483" y="2954"/>
                </a:lnTo>
                <a:lnTo>
                  <a:pt x="12367" y="2482"/>
                </a:lnTo>
                <a:cubicBezTo>
                  <a:pt x="12241" y="1973"/>
                  <a:pt x="12224" y="1802"/>
                  <a:pt x="12294" y="1697"/>
                </a:cubicBezTo>
                <a:cubicBezTo>
                  <a:pt x="12347" y="1618"/>
                  <a:pt x="12356" y="1273"/>
                  <a:pt x="12305" y="1273"/>
                </a:cubicBezTo>
                <a:cubicBezTo>
                  <a:pt x="12287" y="1273"/>
                  <a:pt x="12261" y="1125"/>
                  <a:pt x="12250" y="947"/>
                </a:cubicBezTo>
                <a:cubicBezTo>
                  <a:pt x="12233" y="702"/>
                  <a:pt x="12210" y="598"/>
                  <a:pt x="12192" y="617"/>
                </a:cubicBezTo>
                <a:close/>
                <a:moveTo>
                  <a:pt x="8969" y="626"/>
                </a:moveTo>
                <a:cubicBezTo>
                  <a:pt x="8934" y="626"/>
                  <a:pt x="8925" y="708"/>
                  <a:pt x="8927" y="1045"/>
                </a:cubicBezTo>
                <a:cubicBezTo>
                  <a:pt x="8929" y="1276"/>
                  <a:pt x="8923" y="1652"/>
                  <a:pt x="8914" y="1879"/>
                </a:cubicBezTo>
                <a:cubicBezTo>
                  <a:pt x="8904" y="2121"/>
                  <a:pt x="8908" y="2405"/>
                  <a:pt x="8923" y="2565"/>
                </a:cubicBezTo>
                <a:cubicBezTo>
                  <a:pt x="8943" y="2782"/>
                  <a:pt x="8966" y="2829"/>
                  <a:pt x="9032" y="2798"/>
                </a:cubicBezTo>
                <a:cubicBezTo>
                  <a:pt x="9131" y="2750"/>
                  <a:pt x="9141" y="2529"/>
                  <a:pt x="9047" y="2436"/>
                </a:cubicBezTo>
                <a:cubicBezTo>
                  <a:pt x="8955" y="2344"/>
                  <a:pt x="8951" y="1807"/>
                  <a:pt x="9041" y="1559"/>
                </a:cubicBezTo>
                <a:cubicBezTo>
                  <a:pt x="9114" y="1357"/>
                  <a:pt x="9120" y="1199"/>
                  <a:pt x="9058" y="1105"/>
                </a:cubicBezTo>
                <a:cubicBezTo>
                  <a:pt x="9033" y="1068"/>
                  <a:pt x="9013" y="945"/>
                  <a:pt x="9013" y="832"/>
                </a:cubicBezTo>
                <a:cubicBezTo>
                  <a:pt x="9013" y="713"/>
                  <a:pt x="8995" y="626"/>
                  <a:pt x="8969" y="626"/>
                </a:cubicBezTo>
                <a:close/>
                <a:moveTo>
                  <a:pt x="9920" y="630"/>
                </a:moveTo>
                <a:cubicBezTo>
                  <a:pt x="9860" y="635"/>
                  <a:pt x="9793" y="1209"/>
                  <a:pt x="9819" y="1496"/>
                </a:cubicBezTo>
                <a:cubicBezTo>
                  <a:pt x="9845" y="1788"/>
                  <a:pt x="9812" y="2308"/>
                  <a:pt x="9767" y="2308"/>
                </a:cubicBezTo>
                <a:cubicBezTo>
                  <a:pt x="9748" y="2308"/>
                  <a:pt x="9733" y="2380"/>
                  <a:pt x="9733" y="2470"/>
                </a:cubicBezTo>
                <a:cubicBezTo>
                  <a:pt x="9733" y="2698"/>
                  <a:pt x="9814" y="2965"/>
                  <a:pt x="9855" y="2873"/>
                </a:cubicBezTo>
                <a:cubicBezTo>
                  <a:pt x="9874" y="2830"/>
                  <a:pt x="9895" y="2880"/>
                  <a:pt x="9902" y="2988"/>
                </a:cubicBezTo>
                <a:cubicBezTo>
                  <a:pt x="9920" y="3254"/>
                  <a:pt x="10014" y="2995"/>
                  <a:pt x="10046" y="2592"/>
                </a:cubicBezTo>
                <a:cubicBezTo>
                  <a:pt x="10071" y="2281"/>
                  <a:pt x="10115" y="2313"/>
                  <a:pt x="10115" y="2642"/>
                </a:cubicBezTo>
                <a:cubicBezTo>
                  <a:pt x="10115" y="2871"/>
                  <a:pt x="10211" y="3145"/>
                  <a:pt x="10257" y="3045"/>
                </a:cubicBezTo>
                <a:cubicBezTo>
                  <a:pt x="10277" y="2999"/>
                  <a:pt x="10285" y="2858"/>
                  <a:pt x="10278" y="2648"/>
                </a:cubicBezTo>
                <a:cubicBezTo>
                  <a:pt x="10269" y="2366"/>
                  <a:pt x="10262" y="2343"/>
                  <a:pt x="10225" y="2474"/>
                </a:cubicBezTo>
                <a:cubicBezTo>
                  <a:pt x="10162" y="2701"/>
                  <a:pt x="10130" y="2444"/>
                  <a:pt x="10149" y="1861"/>
                </a:cubicBezTo>
                <a:cubicBezTo>
                  <a:pt x="10158" y="1597"/>
                  <a:pt x="10178" y="1351"/>
                  <a:pt x="10194" y="1316"/>
                </a:cubicBezTo>
                <a:cubicBezTo>
                  <a:pt x="10216" y="1268"/>
                  <a:pt x="10212" y="1189"/>
                  <a:pt x="10180" y="1004"/>
                </a:cubicBezTo>
                <a:cubicBezTo>
                  <a:pt x="10126" y="694"/>
                  <a:pt x="10073" y="685"/>
                  <a:pt x="10054" y="982"/>
                </a:cubicBezTo>
                <a:cubicBezTo>
                  <a:pt x="10046" y="1106"/>
                  <a:pt x="10030" y="1281"/>
                  <a:pt x="10018" y="1371"/>
                </a:cubicBezTo>
                <a:cubicBezTo>
                  <a:pt x="9984" y="1629"/>
                  <a:pt x="9932" y="1308"/>
                  <a:pt x="9949" y="933"/>
                </a:cubicBezTo>
                <a:cubicBezTo>
                  <a:pt x="9959" y="690"/>
                  <a:pt x="9953" y="626"/>
                  <a:pt x="9920" y="630"/>
                </a:cubicBezTo>
                <a:close/>
                <a:moveTo>
                  <a:pt x="11745" y="632"/>
                </a:moveTo>
                <a:cubicBezTo>
                  <a:pt x="11723" y="637"/>
                  <a:pt x="11688" y="680"/>
                  <a:pt x="11638" y="761"/>
                </a:cubicBezTo>
                <a:cubicBezTo>
                  <a:pt x="11554" y="895"/>
                  <a:pt x="11554" y="896"/>
                  <a:pt x="11590" y="1219"/>
                </a:cubicBezTo>
                <a:cubicBezTo>
                  <a:pt x="11626" y="1529"/>
                  <a:pt x="11625" y="1546"/>
                  <a:pt x="11579" y="1616"/>
                </a:cubicBezTo>
                <a:cubicBezTo>
                  <a:pt x="11524" y="1698"/>
                  <a:pt x="11519" y="1799"/>
                  <a:pt x="11557" y="2017"/>
                </a:cubicBezTo>
                <a:cubicBezTo>
                  <a:pt x="11587" y="2194"/>
                  <a:pt x="11545" y="2567"/>
                  <a:pt x="11494" y="2567"/>
                </a:cubicBezTo>
                <a:cubicBezTo>
                  <a:pt x="11477" y="2567"/>
                  <a:pt x="11463" y="2630"/>
                  <a:pt x="11463" y="2709"/>
                </a:cubicBezTo>
                <a:cubicBezTo>
                  <a:pt x="11463" y="2896"/>
                  <a:pt x="11574" y="2741"/>
                  <a:pt x="11623" y="2484"/>
                </a:cubicBezTo>
                <a:cubicBezTo>
                  <a:pt x="11656" y="2315"/>
                  <a:pt x="11667" y="2330"/>
                  <a:pt x="11725" y="2620"/>
                </a:cubicBezTo>
                <a:cubicBezTo>
                  <a:pt x="11763" y="2814"/>
                  <a:pt x="11817" y="2948"/>
                  <a:pt x="11858" y="2950"/>
                </a:cubicBezTo>
                <a:cubicBezTo>
                  <a:pt x="11962" y="2956"/>
                  <a:pt x="11968" y="2810"/>
                  <a:pt x="11873" y="2559"/>
                </a:cubicBezTo>
                <a:cubicBezTo>
                  <a:pt x="11827" y="2436"/>
                  <a:pt x="11769" y="2240"/>
                  <a:pt x="11744" y="2124"/>
                </a:cubicBezTo>
                <a:cubicBezTo>
                  <a:pt x="11699" y="1913"/>
                  <a:pt x="11699" y="1909"/>
                  <a:pt x="11750" y="1703"/>
                </a:cubicBezTo>
                <a:cubicBezTo>
                  <a:pt x="11798" y="1508"/>
                  <a:pt x="11798" y="1487"/>
                  <a:pt x="11761" y="1328"/>
                </a:cubicBezTo>
                <a:cubicBezTo>
                  <a:pt x="11729" y="1193"/>
                  <a:pt x="11727" y="1127"/>
                  <a:pt x="11750" y="996"/>
                </a:cubicBezTo>
                <a:cubicBezTo>
                  <a:pt x="11765" y="906"/>
                  <a:pt x="11778" y="786"/>
                  <a:pt x="11778" y="729"/>
                </a:cubicBezTo>
                <a:cubicBezTo>
                  <a:pt x="11778" y="660"/>
                  <a:pt x="11768" y="626"/>
                  <a:pt x="11745" y="632"/>
                </a:cubicBezTo>
                <a:close/>
                <a:moveTo>
                  <a:pt x="8729" y="883"/>
                </a:moveTo>
                <a:cubicBezTo>
                  <a:pt x="8680" y="883"/>
                  <a:pt x="8673" y="930"/>
                  <a:pt x="8684" y="1176"/>
                </a:cubicBezTo>
                <a:cubicBezTo>
                  <a:pt x="8694" y="1385"/>
                  <a:pt x="8683" y="1529"/>
                  <a:pt x="8648" y="1686"/>
                </a:cubicBezTo>
                <a:cubicBezTo>
                  <a:pt x="8599" y="1901"/>
                  <a:pt x="8599" y="1912"/>
                  <a:pt x="8640" y="2089"/>
                </a:cubicBezTo>
                <a:cubicBezTo>
                  <a:pt x="8694" y="2318"/>
                  <a:pt x="8675" y="2656"/>
                  <a:pt x="8598" y="2824"/>
                </a:cubicBezTo>
                <a:cubicBezTo>
                  <a:pt x="8542" y="2948"/>
                  <a:pt x="8528" y="3091"/>
                  <a:pt x="8556" y="3256"/>
                </a:cubicBezTo>
                <a:cubicBezTo>
                  <a:pt x="8619" y="3619"/>
                  <a:pt x="8760" y="2908"/>
                  <a:pt x="8801" y="2023"/>
                </a:cubicBezTo>
                <a:cubicBezTo>
                  <a:pt x="8837" y="1233"/>
                  <a:pt x="8815" y="883"/>
                  <a:pt x="8729" y="883"/>
                </a:cubicBezTo>
                <a:close/>
                <a:moveTo>
                  <a:pt x="20633" y="2859"/>
                </a:moveTo>
                <a:lnTo>
                  <a:pt x="19998" y="3422"/>
                </a:lnTo>
                <a:cubicBezTo>
                  <a:pt x="19649" y="3731"/>
                  <a:pt x="19196" y="4134"/>
                  <a:pt x="18992" y="4317"/>
                </a:cubicBezTo>
                <a:cubicBezTo>
                  <a:pt x="18788" y="4500"/>
                  <a:pt x="18460" y="4792"/>
                  <a:pt x="18262" y="4967"/>
                </a:cubicBezTo>
                <a:cubicBezTo>
                  <a:pt x="17838" y="5341"/>
                  <a:pt x="17629" y="5535"/>
                  <a:pt x="17560" y="5617"/>
                </a:cubicBezTo>
                <a:cubicBezTo>
                  <a:pt x="17515" y="5669"/>
                  <a:pt x="17509" y="5759"/>
                  <a:pt x="17509" y="6315"/>
                </a:cubicBezTo>
                <a:cubicBezTo>
                  <a:pt x="17509" y="6665"/>
                  <a:pt x="17501" y="6973"/>
                  <a:pt x="17492" y="7002"/>
                </a:cubicBezTo>
                <a:cubicBezTo>
                  <a:pt x="17483" y="7030"/>
                  <a:pt x="17318" y="6951"/>
                  <a:pt x="17127" y="6823"/>
                </a:cubicBezTo>
                <a:cubicBezTo>
                  <a:pt x="16675" y="6522"/>
                  <a:pt x="16557" y="6525"/>
                  <a:pt x="16273" y="6840"/>
                </a:cubicBezTo>
                <a:cubicBezTo>
                  <a:pt x="16143" y="6983"/>
                  <a:pt x="15799" y="7330"/>
                  <a:pt x="15509" y="7613"/>
                </a:cubicBezTo>
                <a:cubicBezTo>
                  <a:pt x="14731" y="8371"/>
                  <a:pt x="14395" y="8727"/>
                  <a:pt x="14369" y="8820"/>
                </a:cubicBezTo>
                <a:cubicBezTo>
                  <a:pt x="14355" y="8868"/>
                  <a:pt x="14339" y="9917"/>
                  <a:pt x="14329" y="11363"/>
                </a:cubicBezTo>
                <a:cubicBezTo>
                  <a:pt x="14320" y="12717"/>
                  <a:pt x="14303" y="13859"/>
                  <a:pt x="14292" y="13900"/>
                </a:cubicBezTo>
                <a:cubicBezTo>
                  <a:pt x="14281" y="13941"/>
                  <a:pt x="14260" y="13792"/>
                  <a:pt x="14247" y="13572"/>
                </a:cubicBezTo>
                <a:cubicBezTo>
                  <a:pt x="14231" y="13313"/>
                  <a:pt x="14210" y="13185"/>
                  <a:pt x="14186" y="13207"/>
                </a:cubicBezTo>
                <a:cubicBezTo>
                  <a:pt x="14161" y="13231"/>
                  <a:pt x="14147" y="13134"/>
                  <a:pt x="14142" y="12900"/>
                </a:cubicBezTo>
                <a:cubicBezTo>
                  <a:pt x="14138" y="12711"/>
                  <a:pt x="14115" y="12454"/>
                  <a:pt x="14091" y="12329"/>
                </a:cubicBezTo>
                <a:cubicBezTo>
                  <a:pt x="14067" y="12204"/>
                  <a:pt x="14048" y="11994"/>
                  <a:pt x="14048" y="11863"/>
                </a:cubicBezTo>
                <a:cubicBezTo>
                  <a:pt x="14048" y="11389"/>
                  <a:pt x="13967" y="11594"/>
                  <a:pt x="13935" y="12148"/>
                </a:cubicBezTo>
                <a:cubicBezTo>
                  <a:pt x="13919" y="12437"/>
                  <a:pt x="13889" y="12724"/>
                  <a:pt x="13869" y="12786"/>
                </a:cubicBezTo>
                <a:cubicBezTo>
                  <a:pt x="13846" y="12863"/>
                  <a:pt x="13834" y="13087"/>
                  <a:pt x="13834" y="13461"/>
                </a:cubicBezTo>
                <a:cubicBezTo>
                  <a:pt x="13834" y="13913"/>
                  <a:pt x="13826" y="14016"/>
                  <a:pt x="13795" y="14001"/>
                </a:cubicBezTo>
                <a:cubicBezTo>
                  <a:pt x="13749" y="13980"/>
                  <a:pt x="13747" y="14015"/>
                  <a:pt x="13779" y="14353"/>
                </a:cubicBezTo>
                <a:cubicBezTo>
                  <a:pt x="13798" y="14564"/>
                  <a:pt x="13793" y="14625"/>
                  <a:pt x="13745" y="14730"/>
                </a:cubicBezTo>
                <a:cubicBezTo>
                  <a:pt x="13687" y="14857"/>
                  <a:pt x="13667" y="15285"/>
                  <a:pt x="13711" y="15443"/>
                </a:cubicBezTo>
                <a:cubicBezTo>
                  <a:pt x="13754" y="15595"/>
                  <a:pt x="13708" y="15767"/>
                  <a:pt x="13624" y="15767"/>
                </a:cubicBezTo>
                <a:cubicBezTo>
                  <a:pt x="13578" y="15767"/>
                  <a:pt x="13528" y="15837"/>
                  <a:pt x="13513" y="15923"/>
                </a:cubicBezTo>
                <a:cubicBezTo>
                  <a:pt x="13441" y="16334"/>
                  <a:pt x="13433" y="15834"/>
                  <a:pt x="13423" y="10559"/>
                </a:cubicBezTo>
                <a:lnTo>
                  <a:pt x="13413" y="5347"/>
                </a:lnTo>
                <a:lnTo>
                  <a:pt x="13483" y="4969"/>
                </a:lnTo>
                <a:cubicBezTo>
                  <a:pt x="13525" y="4742"/>
                  <a:pt x="13554" y="4457"/>
                  <a:pt x="13554" y="4266"/>
                </a:cubicBezTo>
                <a:lnTo>
                  <a:pt x="13554" y="3946"/>
                </a:lnTo>
                <a:lnTo>
                  <a:pt x="12032" y="4033"/>
                </a:lnTo>
                <a:cubicBezTo>
                  <a:pt x="11196" y="4080"/>
                  <a:pt x="9916" y="4120"/>
                  <a:pt x="9187" y="4120"/>
                </a:cubicBezTo>
                <a:lnTo>
                  <a:pt x="7861" y="4120"/>
                </a:lnTo>
                <a:lnTo>
                  <a:pt x="7988" y="4948"/>
                </a:lnTo>
                <a:lnTo>
                  <a:pt x="8114" y="5777"/>
                </a:lnTo>
                <a:lnTo>
                  <a:pt x="8114" y="10828"/>
                </a:lnTo>
                <a:cubicBezTo>
                  <a:pt x="8114" y="13607"/>
                  <a:pt x="8106" y="15911"/>
                  <a:pt x="8095" y="15949"/>
                </a:cubicBezTo>
                <a:cubicBezTo>
                  <a:pt x="8084" y="15987"/>
                  <a:pt x="8057" y="15903"/>
                  <a:pt x="8035" y="15763"/>
                </a:cubicBezTo>
                <a:cubicBezTo>
                  <a:pt x="8013" y="15622"/>
                  <a:pt x="8004" y="15508"/>
                  <a:pt x="8014" y="15508"/>
                </a:cubicBezTo>
                <a:cubicBezTo>
                  <a:pt x="8051" y="15508"/>
                  <a:pt x="7945" y="15127"/>
                  <a:pt x="7908" y="15123"/>
                </a:cubicBezTo>
                <a:cubicBezTo>
                  <a:pt x="7857" y="15117"/>
                  <a:pt x="7833" y="14875"/>
                  <a:pt x="7865" y="14694"/>
                </a:cubicBezTo>
                <a:cubicBezTo>
                  <a:pt x="7901" y="14485"/>
                  <a:pt x="7896" y="14170"/>
                  <a:pt x="7857" y="14254"/>
                </a:cubicBezTo>
                <a:cubicBezTo>
                  <a:pt x="7812" y="14355"/>
                  <a:pt x="7773" y="14032"/>
                  <a:pt x="7779" y="13604"/>
                </a:cubicBezTo>
                <a:cubicBezTo>
                  <a:pt x="7788" y="12899"/>
                  <a:pt x="7780" y="12765"/>
                  <a:pt x="7732" y="12853"/>
                </a:cubicBezTo>
                <a:cubicBezTo>
                  <a:pt x="7698" y="12915"/>
                  <a:pt x="7682" y="12860"/>
                  <a:pt x="7667" y="12632"/>
                </a:cubicBezTo>
                <a:cubicBezTo>
                  <a:pt x="7656" y="12465"/>
                  <a:pt x="7624" y="12047"/>
                  <a:pt x="7596" y="11703"/>
                </a:cubicBezTo>
                <a:lnTo>
                  <a:pt x="7545" y="11079"/>
                </a:lnTo>
                <a:lnTo>
                  <a:pt x="7503" y="11383"/>
                </a:lnTo>
                <a:cubicBezTo>
                  <a:pt x="7479" y="11551"/>
                  <a:pt x="7450" y="11829"/>
                  <a:pt x="7438" y="11999"/>
                </a:cubicBezTo>
                <a:cubicBezTo>
                  <a:pt x="7426" y="12169"/>
                  <a:pt x="7410" y="12269"/>
                  <a:pt x="7402" y="12223"/>
                </a:cubicBezTo>
                <a:cubicBezTo>
                  <a:pt x="7394" y="12178"/>
                  <a:pt x="7370" y="12235"/>
                  <a:pt x="7348" y="12347"/>
                </a:cubicBezTo>
                <a:cubicBezTo>
                  <a:pt x="7326" y="12462"/>
                  <a:pt x="7281" y="12531"/>
                  <a:pt x="7245" y="12507"/>
                </a:cubicBezTo>
                <a:lnTo>
                  <a:pt x="7182" y="12466"/>
                </a:lnTo>
                <a:lnTo>
                  <a:pt x="7164" y="11049"/>
                </a:lnTo>
                <a:cubicBezTo>
                  <a:pt x="7155" y="10270"/>
                  <a:pt x="7144" y="9626"/>
                  <a:pt x="7141" y="9616"/>
                </a:cubicBezTo>
                <a:cubicBezTo>
                  <a:pt x="7125" y="9551"/>
                  <a:pt x="5699" y="6535"/>
                  <a:pt x="5258" y="5633"/>
                </a:cubicBezTo>
                <a:lnTo>
                  <a:pt x="4729" y="4550"/>
                </a:lnTo>
                <a:lnTo>
                  <a:pt x="4396" y="4819"/>
                </a:lnTo>
                <a:cubicBezTo>
                  <a:pt x="4104" y="5056"/>
                  <a:pt x="4061" y="5122"/>
                  <a:pt x="4046" y="5353"/>
                </a:cubicBezTo>
                <a:cubicBezTo>
                  <a:pt x="4030" y="5598"/>
                  <a:pt x="3977" y="5654"/>
                  <a:pt x="3350" y="6058"/>
                </a:cubicBezTo>
                <a:cubicBezTo>
                  <a:pt x="2787" y="6422"/>
                  <a:pt x="2649" y="6473"/>
                  <a:pt x="2535" y="6364"/>
                </a:cubicBezTo>
                <a:cubicBezTo>
                  <a:pt x="2370" y="6207"/>
                  <a:pt x="2062" y="6472"/>
                  <a:pt x="1990" y="6833"/>
                </a:cubicBezTo>
                <a:cubicBezTo>
                  <a:pt x="1922" y="7176"/>
                  <a:pt x="1228" y="7707"/>
                  <a:pt x="1078" y="7530"/>
                </a:cubicBezTo>
                <a:cubicBezTo>
                  <a:pt x="929" y="7354"/>
                  <a:pt x="705" y="7553"/>
                  <a:pt x="691" y="7874"/>
                </a:cubicBezTo>
                <a:cubicBezTo>
                  <a:pt x="680" y="8099"/>
                  <a:pt x="648" y="8163"/>
                  <a:pt x="456" y="8330"/>
                </a:cubicBezTo>
                <a:lnTo>
                  <a:pt x="360" y="8413"/>
                </a:lnTo>
                <a:lnTo>
                  <a:pt x="359" y="9209"/>
                </a:lnTo>
                <a:cubicBezTo>
                  <a:pt x="359" y="9647"/>
                  <a:pt x="350" y="11314"/>
                  <a:pt x="340" y="12910"/>
                </a:cubicBezTo>
                <a:cubicBezTo>
                  <a:pt x="323" y="15460"/>
                  <a:pt x="316" y="15830"/>
                  <a:pt x="281" y="15977"/>
                </a:cubicBezTo>
                <a:cubicBezTo>
                  <a:pt x="228" y="16202"/>
                  <a:pt x="200" y="16078"/>
                  <a:pt x="217" y="15692"/>
                </a:cubicBezTo>
                <a:cubicBezTo>
                  <a:pt x="230" y="15377"/>
                  <a:pt x="197" y="15250"/>
                  <a:pt x="169" y="15510"/>
                </a:cubicBezTo>
                <a:cubicBezTo>
                  <a:pt x="161" y="15582"/>
                  <a:pt x="145" y="15605"/>
                  <a:pt x="133" y="15562"/>
                </a:cubicBezTo>
                <a:cubicBezTo>
                  <a:pt x="112" y="15487"/>
                  <a:pt x="118" y="14999"/>
                  <a:pt x="144" y="14600"/>
                </a:cubicBezTo>
                <a:cubicBezTo>
                  <a:pt x="153" y="14470"/>
                  <a:pt x="133" y="14341"/>
                  <a:pt x="85" y="14204"/>
                </a:cubicBezTo>
                <a:cubicBezTo>
                  <a:pt x="39" y="14076"/>
                  <a:pt x="19" y="13962"/>
                  <a:pt x="0" y="13643"/>
                </a:cubicBezTo>
                <a:lnTo>
                  <a:pt x="0" y="21590"/>
                </a:lnTo>
                <a:lnTo>
                  <a:pt x="10800" y="21590"/>
                </a:lnTo>
                <a:lnTo>
                  <a:pt x="21600" y="21590"/>
                </a:lnTo>
                <a:lnTo>
                  <a:pt x="21600" y="3841"/>
                </a:lnTo>
                <a:cubicBezTo>
                  <a:pt x="21529" y="3750"/>
                  <a:pt x="21367" y="3572"/>
                  <a:pt x="21142" y="3353"/>
                </a:cubicBezTo>
                <a:lnTo>
                  <a:pt x="20633" y="2859"/>
                </a:lnTo>
                <a:close/>
                <a:moveTo>
                  <a:pt x="9274" y="2954"/>
                </a:moveTo>
                <a:cubicBezTo>
                  <a:pt x="9254" y="2954"/>
                  <a:pt x="9238" y="3046"/>
                  <a:pt x="9238" y="3159"/>
                </a:cubicBezTo>
                <a:cubicBezTo>
                  <a:pt x="9238" y="3387"/>
                  <a:pt x="9286" y="3348"/>
                  <a:pt x="9300" y="3108"/>
                </a:cubicBezTo>
                <a:cubicBezTo>
                  <a:pt x="9305" y="3023"/>
                  <a:pt x="9293" y="2954"/>
                  <a:pt x="9274" y="2954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155" name="第三十三届“冯如杯”竞赛主赛道论文组参赛作品院审答辩"/>
          <p:cNvSpPr/>
          <p:nvPr/>
        </p:nvSpPr>
        <p:spPr>
          <a:xfrm>
            <a:off x="6096000" y="2056173"/>
            <a:ext cx="575651" cy="396875"/>
          </a:xfrm>
          <a:prstGeom prst="lin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>
              <a:defRPr sz="4500"/>
            </a:lvl1pPr>
          </a:lstStyle>
          <a:p>
            <a:endParaRPr sz="2250" dirty="0"/>
          </a:p>
        </p:txBody>
      </p:sp>
      <p:sp>
        <p:nvSpPr>
          <p:cNvPr id="2" name="矩形 1"/>
          <p:cNvSpPr/>
          <p:nvPr/>
        </p:nvSpPr>
        <p:spPr>
          <a:xfrm>
            <a:off x="2823146" y="412163"/>
            <a:ext cx="7399953" cy="29654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958" y="310929"/>
            <a:ext cx="2675965" cy="620782"/>
          </a:xfrm>
          <a:prstGeom prst="rect">
            <a:avLst/>
          </a:prstGeom>
        </p:spPr>
      </p:pic>
      <p:sp>
        <p:nvSpPr>
          <p:cNvPr id="5" name="新型反钙钛矿结构近零热膨胀材料设计与制备"/>
          <p:cNvSpPr txBox="1"/>
          <p:nvPr>
            <p:custDataLst>
              <p:tags r:id="rId4"/>
            </p:custDataLst>
          </p:nvPr>
        </p:nvSpPr>
        <p:spPr>
          <a:xfrm>
            <a:off x="1481455" y="1947545"/>
            <a:ext cx="8976360" cy="177419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9000" b="1">
                <a:solidFill>
                  <a:srgbClr val="2C66B1"/>
                </a:solidFill>
              </a:defRPr>
            </a:lvl1pPr>
          </a:lstStyle>
          <a:p>
            <a:pPr algn="ctr"/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 3</a:t>
            </a:r>
            <a:endParaRPr lang="en-US" altLang="zh-CN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测试与</a:t>
            </a:r>
            <a:r>
              <a:rPr lang="zh-CN" altLang="en-US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</a:t>
            </a:r>
            <a:endParaRPr lang="zh-CN" altLang="en-US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测试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7400" y="1404620"/>
            <a:ext cx="4602480" cy="1842135"/>
          </a:xfrm>
          <a:prstGeom prst="rect">
            <a:avLst/>
          </a:prstGeom>
          <a:solidFill>
            <a:srgbClr val="FFFFFF"/>
          </a:solidFill>
          <a:ln w="9525">
            <a:solidFill>
              <a:srgbClr val="E6DDD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0275" y="161417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1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后端测试</a:t>
            </a:r>
            <a:endParaRPr sz="1650" b="1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0275" y="2033270"/>
            <a:ext cx="2305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JUnit 5、Spring Boot Test、MockMvc、权限边界</a:t>
            </a:r>
            <a:endParaRPr sz="1275" b="0">
              <a:solidFill>
                <a:srgbClr val="6E63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7400" y="3706495"/>
            <a:ext cx="4535805" cy="1974850"/>
          </a:xfrm>
          <a:prstGeom prst="rect">
            <a:avLst/>
          </a:prstGeom>
          <a:solidFill>
            <a:srgbClr val="FFFFFF"/>
          </a:solidFill>
          <a:ln w="9525">
            <a:solidFill>
              <a:srgbClr val="E6DDD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96950" y="3916045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1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用户端测试</a:t>
            </a:r>
            <a:endParaRPr sz="1650" b="1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6950" y="4335145"/>
            <a:ext cx="2305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flutter analyze、flutter test、模型和组件测试</a:t>
            </a:r>
            <a:endParaRPr sz="1275" b="0">
              <a:solidFill>
                <a:srgbClr val="6E63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937885" y="1404620"/>
            <a:ext cx="4941570" cy="1899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DDD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147435" y="161417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1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 测试</a:t>
            </a:r>
            <a:endParaRPr sz="1650" b="1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47435" y="2033270"/>
            <a:ext cx="2305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Vitest、API 层测试、构建校验</a:t>
            </a:r>
            <a:endParaRPr sz="1275" b="0">
              <a:solidFill>
                <a:srgbClr val="6E63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937885" y="3706495"/>
            <a:ext cx="4887595" cy="1988185"/>
          </a:xfrm>
          <a:prstGeom prst="rect">
            <a:avLst/>
          </a:prstGeom>
          <a:solidFill>
            <a:srgbClr val="FFFFFF"/>
          </a:solidFill>
          <a:ln w="9525">
            <a:solidFill>
              <a:srgbClr val="E6DDD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271260" y="3916045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1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CI/CD</a:t>
            </a:r>
            <a:endParaRPr sz="1650" b="1">
              <a:solidFill>
                <a:srgbClr val="24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66485" y="4335145"/>
            <a:ext cx="2305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6E6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GitHub Actions、GHCR 镜像、Docker Compose</a:t>
            </a:r>
            <a:endParaRPr sz="1275" b="0">
              <a:solidFill>
                <a:srgbClr val="6E63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部署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" descr="Picture 1"/>
          <p:cNvPicPr>
            <a:picLocks noChangeAspect="1"/>
          </p:cNvPicPr>
          <p:nvPr/>
        </p:nvPicPr>
        <p:blipFill>
          <a:blip r:embed="rId1"/>
          <a:srcRect l="3027" t="71036" r="3027"/>
          <a:stretch>
            <a:fillRect/>
          </a:stretch>
        </p:blipFill>
        <p:spPr>
          <a:xfrm>
            <a:off x="-4366" y="4738347"/>
            <a:ext cx="12200732" cy="2115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0" extrusionOk="0">
                <a:moveTo>
                  <a:pt x="12883" y="0"/>
                </a:moveTo>
                <a:cubicBezTo>
                  <a:pt x="12873" y="3"/>
                  <a:pt x="12860" y="35"/>
                  <a:pt x="12846" y="101"/>
                </a:cubicBezTo>
                <a:cubicBezTo>
                  <a:pt x="12827" y="191"/>
                  <a:pt x="12796" y="229"/>
                  <a:pt x="12775" y="184"/>
                </a:cubicBezTo>
                <a:cubicBezTo>
                  <a:pt x="12754" y="137"/>
                  <a:pt x="12728" y="187"/>
                  <a:pt x="12713" y="302"/>
                </a:cubicBezTo>
                <a:cubicBezTo>
                  <a:pt x="12699" y="411"/>
                  <a:pt x="12656" y="514"/>
                  <a:pt x="12618" y="530"/>
                </a:cubicBezTo>
                <a:cubicBezTo>
                  <a:pt x="12554" y="558"/>
                  <a:pt x="12550" y="587"/>
                  <a:pt x="12566" y="909"/>
                </a:cubicBezTo>
                <a:cubicBezTo>
                  <a:pt x="12578" y="1152"/>
                  <a:pt x="12573" y="1303"/>
                  <a:pt x="12551" y="1409"/>
                </a:cubicBezTo>
                <a:cubicBezTo>
                  <a:pt x="12534" y="1493"/>
                  <a:pt x="12519" y="1643"/>
                  <a:pt x="12519" y="1741"/>
                </a:cubicBezTo>
                <a:cubicBezTo>
                  <a:pt x="12519" y="2003"/>
                  <a:pt x="12602" y="2436"/>
                  <a:pt x="12653" y="2436"/>
                </a:cubicBezTo>
                <a:cubicBezTo>
                  <a:pt x="12715" y="2436"/>
                  <a:pt x="12735" y="2699"/>
                  <a:pt x="12679" y="2784"/>
                </a:cubicBezTo>
                <a:cubicBezTo>
                  <a:pt x="12625" y="2865"/>
                  <a:pt x="12620" y="2967"/>
                  <a:pt x="12659" y="3189"/>
                </a:cubicBezTo>
                <a:cubicBezTo>
                  <a:pt x="12716" y="3520"/>
                  <a:pt x="12767" y="3278"/>
                  <a:pt x="12767" y="2673"/>
                </a:cubicBezTo>
                <a:cubicBezTo>
                  <a:pt x="12767" y="2521"/>
                  <a:pt x="12785" y="2384"/>
                  <a:pt x="12812" y="2345"/>
                </a:cubicBezTo>
                <a:cubicBezTo>
                  <a:pt x="12862" y="2268"/>
                  <a:pt x="12868" y="2165"/>
                  <a:pt x="12832" y="1956"/>
                </a:cubicBezTo>
                <a:cubicBezTo>
                  <a:pt x="12796" y="1753"/>
                  <a:pt x="12823" y="1565"/>
                  <a:pt x="12902" y="1466"/>
                </a:cubicBezTo>
                <a:cubicBezTo>
                  <a:pt x="12977" y="1371"/>
                  <a:pt x="12993" y="1142"/>
                  <a:pt x="12925" y="1142"/>
                </a:cubicBezTo>
                <a:cubicBezTo>
                  <a:pt x="12863" y="1142"/>
                  <a:pt x="12854" y="983"/>
                  <a:pt x="12892" y="561"/>
                </a:cubicBezTo>
                <a:cubicBezTo>
                  <a:pt x="12921" y="235"/>
                  <a:pt x="12912" y="-10"/>
                  <a:pt x="12883" y="0"/>
                </a:cubicBezTo>
                <a:close/>
                <a:moveTo>
                  <a:pt x="9425" y="496"/>
                </a:moveTo>
                <a:cubicBezTo>
                  <a:pt x="9381" y="496"/>
                  <a:pt x="9372" y="553"/>
                  <a:pt x="9377" y="779"/>
                </a:cubicBezTo>
                <a:cubicBezTo>
                  <a:pt x="9383" y="1004"/>
                  <a:pt x="9369" y="1092"/>
                  <a:pt x="9311" y="1188"/>
                </a:cubicBezTo>
                <a:cubicBezTo>
                  <a:pt x="9271" y="1256"/>
                  <a:pt x="9238" y="1388"/>
                  <a:pt x="9238" y="1484"/>
                </a:cubicBezTo>
                <a:cubicBezTo>
                  <a:pt x="9238" y="1698"/>
                  <a:pt x="9265" y="1710"/>
                  <a:pt x="9300" y="1512"/>
                </a:cubicBezTo>
                <a:cubicBezTo>
                  <a:pt x="9314" y="1432"/>
                  <a:pt x="9342" y="1405"/>
                  <a:pt x="9363" y="1452"/>
                </a:cubicBezTo>
                <a:cubicBezTo>
                  <a:pt x="9399" y="1530"/>
                  <a:pt x="9399" y="1553"/>
                  <a:pt x="9361" y="1794"/>
                </a:cubicBezTo>
                <a:cubicBezTo>
                  <a:pt x="9322" y="2044"/>
                  <a:pt x="9322" y="2065"/>
                  <a:pt x="9369" y="2432"/>
                </a:cubicBezTo>
                <a:cubicBezTo>
                  <a:pt x="9396" y="2641"/>
                  <a:pt x="9408" y="2843"/>
                  <a:pt x="9396" y="2885"/>
                </a:cubicBezTo>
                <a:cubicBezTo>
                  <a:pt x="9384" y="2927"/>
                  <a:pt x="9380" y="3048"/>
                  <a:pt x="9387" y="3152"/>
                </a:cubicBezTo>
                <a:cubicBezTo>
                  <a:pt x="9406" y="3431"/>
                  <a:pt x="9463" y="3385"/>
                  <a:pt x="9463" y="3092"/>
                </a:cubicBezTo>
                <a:cubicBezTo>
                  <a:pt x="9463" y="2746"/>
                  <a:pt x="9497" y="2655"/>
                  <a:pt x="9552" y="2853"/>
                </a:cubicBezTo>
                <a:cubicBezTo>
                  <a:pt x="9591" y="2991"/>
                  <a:pt x="9603" y="2987"/>
                  <a:pt x="9620" y="2830"/>
                </a:cubicBezTo>
                <a:cubicBezTo>
                  <a:pt x="9646" y="2585"/>
                  <a:pt x="9628" y="2436"/>
                  <a:pt x="9573" y="2436"/>
                </a:cubicBezTo>
                <a:cubicBezTo>
                  <a:pt x="9514" y="2436"/>
                  <a:pt x="9491" y="2053"/>
                  <a:pt x="9538" y="1853"/>
                </a:cubicBezTo>
                <a:cubicBezTo>
                  <a:pt x="9593" y="1621"/>
                  <a:pt x="9584" y="1551"/>
                  <a:pt x="9496" y="1506"/>
                </a:cubicBezTo>
                <a:cubicBezTo>
                  <a:pt x="9373" y="1444"/>
                  <a:pt x="9393" y="1212"/>
                  <a:pt x="9525" y="1168"/>
                </a:cubicBezTo>
                <a:cubicBezTo>
                  <a:pt x="9640" y="1130"/>
                  <a:pt x="9696" y="883"/>
                  <a:pt x="9589" y="883"/>
                </a:cubicBezTo>
                <a:cubicBezTo>
                  <a:pt x="9560" y="883"/>
                  <a:pt x="9523" y="795"/>
                  <a:pt x="9508" y="688"/>
                </a:cubicBezTo>
                <a:cubicBezTo>
                  <a:pt x="9492" y="582"/>
                  <a:pt x="9455" y="496"/>
                  <a:pt x="9425" y="496"/>
                </a:cubicBezTo>
                <a:close/>
                <a:moveTo>
                  <a:pt x="10543" y="496"/>
                </a:moveTo>
                <a:cubicBezTo>
                  <a:pt x="10467" y="496"/>
                  <a:pt x="10444" y="613"/>
                  <a:pt x="10476" y="834"/>
                </a:cubicBezTo>
                <a:cubicBezTo>
                  <a:pt x="10510" y="1069"/>
                  <a:pt x="10480" y="1330"/>
                  <a:pt x="10441" y="1142"/>
                </a:cubicBezTo>
                <a:cubicBezTo>
                  <a:pt x="10418" y="1034"/>
                  <a:pt x="10402" y="1070"/>
                  <a:pt x="10377" y="1282"/>
                </a:cubicBezTo>
                <a:cubicBezTo>
                  <a:pt x="10332" y="1653"/>
                  <a:pt x="10352" y="1905"/>
                  <a:pt x="10424" y="1877"/>
                </a:cubicBezTo>
                <a:cubicBezTo>
                  <a:pt x="10473" y="1858"/>
                  <a:pt x="10485" y="1923"/>
                  <a:pt x="10498" y="2280"/>
                </a:cubicBezTo>
                <a:cubicBezTo>
                  <a:pt x="10511" y="2620"/>
                  <a:pt x="10505" y="2730"/>
                  <a:pt x="10472" y="2835"/>
                </a:cubicBezTo>
                <a:cubicBezTo>
                  <a:pt x="10448" y="2906"/>
                  <a:pt x="10429" y="3025"/>
                  <a:pt x="10429" y="3102"/>
                </a:cubicBezTo>
                <a:cubicBezTo>
                  <a:pt x="10429" y="3191"/>
                  <a:pt x="10451" y="3206"/>
                  <a:pt x="10491" y="3144"/>
                </a:cubicBezTo>
                <a:cubicBezTo>
                  <a:pt x="10525" y="3091"/>
                  <a:pt x="10587" y="3012"/>
                  <a:pt x="10630" y="2968"/>
                </a:cubicBezTo>
                <a:cubicBezTo>
                  <a:pt x="10719" y="2876"/>
                  <a:pt x="10747" y="2606"/>
                  <a:pt x="10673" y="2545"/>
                </a:cubicBezTo>
                <a:cubicBezTo>
                  <a:pt x="10571" y="2460"/>
                  <a:pt x="10640" y="1273"/>
                  <a:pt x="10747" y="1273"/>
                </a:cubicBezTo>
                <a:cubicBezTo>
                  <a:pt x="10770" y="1273"/>
                  <a:pt x="10789" y="1220"/>
                  <a:pt x="10789" y="1158"/>
                </a:cubicBezTo>
                <a:cubicBezTo>
                  <a:pt x="10789" y="940"/>
                  <a:pt x="10730" y="765"/>
                  <a:pt x="10681" y="838"/>
                </a:cubicBezTo>
                <a:cubicBezTo>
                  <a:pt x="10648" y="888"/>
                  <a:pt x="10627" y="845"/>
                  <a:pt x="10618" y="704"/>
                </a:cubicBezTo>
                <a:cubicBezTo>
                  <a:pt x="10610" y="583"/>
                  <a:pt x="10578" y="496"/>
                  <a:pt x="10543" y="496"/>
                </a:cubicBezTo>
                <a:close/>
                <a:moveTo>
                  <a:pt x="11024" y="496"/>
                </a:moveTo>
                <a:cubicBezTo>
                  <a:pt x="10978" y="496"/>
                  <a:pt x="10946" y="920"/>
                  <a:pt x="10946" y="1535"/>
                </a:cubicBezTo>
                <a:cubicBezTo>
                  <a:pt x="10946" y="1964"/>
                  <a:pt x="10937" y="2086"/>
                  <a:pt x="10901" y="2140"/>
                </a:cubicBezTo>
                <a:cubicBezTo>
                  <a:pt x="10849" y="2218"/>
                  <a:pt x="10845" y="2339"/>
                  <a:pt x="10883" y="2687"/>
                </a:cubicBezTo>
                <a:cubicBezTo>
                  <a:pt x="10907" y="2911"/>
                  <a:pt x="10912" y="2915"/>
                  <a:pt x="10936" y="2727"/>
                </a:cubicBezTo>
                <a:cubicBezTo>
                  <a:pt x="10960" y="2541"/>
                  <a:pt x="10966" y="2548"/>
                  <a:pt x="10989" y="2800"/>
                </a:cubicBezTo>
                <a:cubicBezTo>
                  <a:pt x="11022" y="3156"/>
                  <a:pt x="11027" y="3154"/>
                  <a:pt x="11120" y="2745"/>
                </a:cubicBezTo>
                <a:lnTo>
                  <a:pt x="11197" y="2407"/>
                </a:lnTo>
                <a:lnTo>
                  <a:pt x="11241" y="2681"/>
                </a:lnTo>
                <a:cubicBezTo>
                  <a:pt x="11298" y="3035"/>
                  <a:pt x="11373" y="3043"/>
                  <a:pt x="11373" y="2695"/>
                </a:cubicBezTo>
                <a:cubicBezTo>
                  <a:pt x="11373" y="2411"/>
                  <a:pt x="11340" y="2350"/>
                  <a:pt x="11315" y="2585"/>
                </a:cubicBezTo>
                <a:cubicBezTo>
                  <a:pt x="11304" y="2689"/>
                  <a:pt x="11290" y="2663"/>
                  <a:pt x="11269" y="2500"/>
                </a:cubicBezTo>
                <a:cubicBezTo>
                  <a:pt x="11236" y="2243"/>
                  <a:pt x="11249" y="1713"/>
                  <a:pt x="11296" y="1401"/>
                </a:cubicBezTo>
                <a:cubicBezTo>
                  <a:pt x="11335" y="1142"/>
                  <a:pt x="11288" y="755"/>
                  <a:pt x="11218" y="755"/>
                </a:cubicBezTo>
                <a:cubicBezTo>
                  <a:pt x="11180" y="755"/>
                  <a:pt x="11169" y="820"/>
                  <a:pt x="11175" y="1030"/>
                </a:cubicBezTo>
                <a:cubicBezTo>
                  <a:pt x="11179" y="1190"/>
                  <a:pt x="11165" y="1367"/>
                  <a:pt x="11141" y="1452"/>
                </a:cubicBezTo>
                <a:cubicBezTo>
                  <a:pt x="11109" y="1568"/>
                  <a:pt x="11095" y="1548"/>
                  <a:pt x="11069" y="1348"/>
                </a:cubicBezTo>
                <a:cubicBezTo>
                  <a:pt x="11046" y="1169"/>
                  <a:pt x="11043" y="1052"/>
                  <a:pt x="11061" y="931"/>
                </a:cubicBezTo>
                <a:cubicBezTo>
                  <a:pt x="11089" y="735"/>
                  <a:pt x="11069" y="496"/>
                  <a:pt x="11024" y="496"/>
                </a:cubicBezTo>
                <a:close/>
                <a:moveTo>
                  <a:pt x="12192" y="617"/>
                </a:moveTo>
                <a:cubicBezTo>
                  <a:pt x="12173" y="637"/>
                  <a:pt x="12159" y="781"/>
                  <a:pt x="12164" y="1039"/>
                </a:cubicBezTo>
                <a:cubicBezTo>
                  <a:pt x="12170" y="1407"/>
                  <a:pt x="12163" y="1466"/>
                  <a:pt x="12098" y="1575"/>
                </a:cubicBezTo>
                <a:cubicBezTo>
                  <a:pt x="12013" y="1718"/>
                  <a:pt x="12003" y="1882"/>
                  <a:pt x="12076" y="1942"/>
                </a:cubicBezTo>
                <a:cubicBezTo>
                  <a:pt x="12147" y="2000"/>
                  <a:pt x="12138" y="2333"/>
                  <a:pt x="12059" y="2563"/>
                </a:cubicBezTo>
                <a:lnTo>
                  <a:pt x="11991" y="2758"/>
                </a:lnTo>
                <a:lnTo>
                  <a:pt x="12057" y="2802"/>
                </a:lnTo>
                <a:cubicBezTo>
                  <a:pt x="12105" y="2834"/>
                  <a:pt x="12134" y="2765"/>
                  <a:pt x="12164" y="2545"/>
                </a:cubicBezTo>
                <a:lnTo>
                  <a:pt x="12206" y="2241"/>
                </a:lnTo>
                <a:lnTo>
                  <a:pt x="12256" y="2590"/>
                </a:lnTo>
                <a:cubicBezTo>
                  <a:pt x="12294" y="2856"/>
                  <a:pt x="12327" y="2940"/>
                  <a:pt x="12395" y="2946"/>
                </a:cubicBezTo>
                <a:lnTo>
                  <a:pt x="12483" y="2954"/>
                </a:lnTo>
                <a:lnTo>
                  <a:pt x="12367" y="2482"/>
                </a:lnTo>
                <a:cubicBezTo>
                  <a:pt x="12241" y="1973"/>
                  <a:pt x="12224" y="1802"/>
                  <a:pt x="12294" y="1697"/>
                </a:cubicBezTo>
                <a:cubicBezTo>
                  <a:pt x="12347" y="1618"/>
                  <a:pt x="12356" y="1273"/>
                  <a:pt x="12305" y="1273"/>
                </a:cubicBezTo>
                <a:cubicBezTo>
                  <a:pt x="12287" y="1273"/>
                  <a:pt x="12261" y="1125"/>
                  <a:pt x="12250" y="947"/>
                </a:cubicBezTo>
                <a:cubicBezTo>
                  <a:pt x="12233" y="702"/>
                  <a:pt x="12210" y="598"/>
                  <a:pt x="12192" y="617"/>
                </a:cubicBezTo>
                <a:close/>
                <a:moveTo>
                  <a:pt x="8969" y="626"/>
                </a:moveTo>
                <a:cubicBezTo>
                  <a:pt x="8934" y="626"/>
                  <a:pt x="8925" y="708"/>
                  <a:pt x="8927" y="1045"/>
                </a:cubicBezTo>
                <a:cubicBezTo>
                  <a:pt x="8929" y="1276"/>
                  <a:pt x="8923" y="1652"/>
                  <a:pt x="8914" y="1879"/>
                </a:cubicBezTo>
                <a:cubicBezTo>
                  <a:pt x="8904" y="2121"/>
                  <a:pt x="8908" y="2405"/>
                  <a:pt x="8923" y="2565"/>
                </a:cubicBezTo>
                <a:cubicBezTo>
                  <a:pt x="8943" y="2782"/>
                  <a:pt x="8966" y="2829"/>
                  <a:pt x="9032" y="2798"/>
                </a:cubicBezTo>
                <a:cubicBezTo>
                  <a:pt x="9131" y="2750"/>
                  <a:pt x="9141" y="2529"/>
                  <a:pt x="9047" y="2436"/>
                </a:cubicBezTo>
                <a:cubicBezTo>
                  <a:pt x="8955" y="2344"/>
                  <a:pt x="8951" y="1807"/>
                  <a:pt x="9041" y="1559"/>
                </a:cubicBezTo>
                <a:cubicBezTo>
                  <a:pt x="9114" y="1357"/>
                  <a:pt x="9120" y="1199"/>
                  <a:pt x="9058" y="1105"/>
                </a:cubicBezTo>
                <a:cubicBezTo>
                  <a:pt x="9033" y="1068"/>
                  <a:pt x="9013" y="945"/>
                  <a:pt x="9013" y="832"/>
                </a:cubicBezTo>
                <a:cubicBezTo>
                  <a:pt x="9013" y="713"/>
                  <a:pt x="8995" y="626"/>
                  <a:pt x="8969" y="626"/>
                </a:cubicBezTo>
                <a:close/>
                <a:moveTo>
                  <a:pt x="9920" y="630"/>
                </a:moveTo>
                <a:cubicBezTo>
                  <a:pt x="9860" y="635"/>
                  <a:pt x="9793" y="1209"/>
                  <a:pt x="9819" y="1496"/>
                </a:cubicBezTo>
                <a:cubicBezTo>
                  <a:pt x="9845" y="1788"/>
                  <a:pt x="9812" y="2308"/>
                  <a:pt x="9767" y="2308"/>
                </a:cubicBezTo>
                <a:cubicBezTo>
                  <a:pt x="9748" y="2308"/>
                  <a:pt x="9733" y="2380"/>
                  <a:pt x="9733" y="2470"/>
                </a:cubicBezTo>
                <a:cubicBezTo>
                  <a:pt x="9733" y="2698"/>
                  <a:pt x="9814" y="2965"/>
                  <a:pt x="9855" y="2873"/>
                </a:cubicBezTo>
                <a:cubicBezTo>
                  <a:pt x="9874" y="2830"/>
                  <a:pt x="9895" y="2880"/>
                  <a:pt x="9902" y="2988"/>
                </a:cubicBezTo>
                <a:cubicBezTo>
                  <a:pt x="9920" y="3254"/>
                  <a:pt x="10014" y="2995"/>
                  <a:pt x="10046" y="2592"/>
                </a:cubicBezTo>
                <a:cubicBezTo>
                  <a:pt x="10071" y="2281"/>
                  <a:pt x="10115" y="2313"/>
                  <a:pt x="10115" y="2642"/>
                </a:cubicBezTo>
                <a:cubicBezTo>
                  <a:pt x="10115" y="2871"/>
                  <a:pt x="10211" y="3145"/>
                  <a:pt x="10257" y="3045"/>
                </a:cubicBezTo>
                <a:cubicBezTo>
                  <a:pt x="10277" y="2999"/>
                  <a:pt x="10285" y="2858"/>
                  <a:pt x="10278" y="2648"/>
                </a:cubicBezTo>
                <a:cubicBezTo>
                  <a:pt x="10269" y="2366"/>
                  <a:pt x="10262" y="2343"/>
                  <a:pt x="10225" y="2474"/>
                </a:cubicBezTo>
                <a:cubicBezTo>
                  <a:pt x="10162" y="2701"/>
                  <a:pt x="10130" y="2444"/>
                  <a:pt x="10149" y="1861"/>
                </a:cubicBezTo>
                <a:cubicBezTo>
                  <a:pt x="10158" y="1597"/>
                  <a:pt x="10178" y="1351"/>
                  <a:pt x="10194" y="1316"/>
                </a:cubicBezTo>
                <a:cubicBezTo>
                  <a:pt x="10216" y="1268"/>
                  <a:pt x="10212" y="1189"/>
                  <a:pt x="10180" y="1004"/>
                </a:cubicBezTo>
                <a:cubicBezTo>
                  <a:pt x="10126" y="694"/>
                  <a:pt x="10073" y="685"/>
                  <a:pt x="10054" y="982"/>
                </a:cubicBezTo>
                <a:cubicBezTo>
                  <a:pt x="10046" y="1106"/>
                  <a:pt x="10030" y="1281"/>
                  <a:pt x="10018" y="1371"/>
                </a:cubicBezTo>
                <a:cubicBezTo>
                  <a:pt x="9984" y="1629"/>
                  <a:pt x="9932" y="1308"/>
                  <a:pt x="9949" y="933"/>
                </a:cubicBezTo>
                <a:cubicBezTo>
                  <a:pt x="9959" y="690"/>
                  <a:pt x="9953" y="626"/>
                  <a:pt x="9920" y="630"/>
                </a:cubicBezTo>
                <a:close/>
                <a:moveTo>
                  <a:pt x="11745" y="632"/>
                </a:moveTo>
                <a:cubicBezTo>
                  <a:pt x="11723" y="637"/>
                  <a:pt x="11688" y="680"/>
                  <a:pt x="11638" y="761"/>
                </a:cubicBezTo>
                <a:cubicBezTo>
                  <a:pt x="11554" y="895"/>
                  <a:pt x="11554" y="896"/>
                  <a:pt x="11590" y="1219"/>
                </a:cubicBezTo>
                <a:cubicBezTo>
                  <a:pt x="11626" y="1529"/>
                  <a:pt x="11625" y="1546"/>
                  <a:pt x="11579" y="1616"/>
                </a:cubicBezTo>
                <a:cubicBezTo>
                  <a:pt x="11524" y="1698"/>
                  <a:pt x="11519" y="1799"/>
                  <a:pt x="11557" y="2017"/>
                </a:cubicBezTo>
                <a:cubicBezTo>
                  <a:pt x="11587" y="2194"/>
                  <a:pt x="11545" y="2567"/>
                  <a:pt x="11494" y="2567"/>
                </a:cubicBezTo>
                <a:cubicBezTo>
                  <a:pt x="11477" y="2567"/>
                  <a:pt x="11463" y="2630"/>
                  <a:pt x="11463" y="2709"/>
                </a:cubicBezTo>
                <a:cubicBezTo>
                  <a:pt x="11463" y="2896"/>
                  <a:pt x="11574" y="2741"/>
                  <a:pt x="11623" y="2484"/>
                </a:cubicBezTo>
                <a:cubicBezTo>
                  <a:pt x="11656" y="2315"/>
                  <a:pt x="11667" y="2330"/>
                  <a:pt x="11725" y="2620"/>
                </a:cubicBezTo>
                <a:cubicBezTo>
                  <a:pt x="11763" y="2814"/>
                  <a:pt x="11817" y="2948"/>
                  <a:pt x="11858" y="2950"/>
                </a:cubicBezTo>
                <a:cubicBezTo>
                  <a:pt x="11962" y="2956"/>
                  <a:pt x="11968" y="2810"/>
                  <a:pt x="11873" y="2559"/>
                </a:cubicBezTo>
                <a:cubicBezTo>
                  <a:pt x="11827" y="2436"/>
                  <a:pt x="11769" y="2240"/>
                  <a:pt x="11744" y="2124"/>
                </a:cubicBezTo>
                <a:cubicBezTo>
                  <a:pt x="11699" y="1913"/>
                  <a:pt x="11699" y="1909"/>
                  <a:pt x="11750" y="1703"/>
                </a:cubicBezTo>
                <a:cubicBezTo>
                  <a:pt x="11798" y="1508"/>
                  <a:pt x="11798" y="1487"/>
                  <a:pt x="11761" y="1328"/>
                </a:cubicBezTo>
                <a:cubicBezTo>
                  <a:pt x="11729" y="1193"/>
                  <a:pt x="11727" y="1127"/>
                  <a:pt x="11750" y="996"/>
                </a:cubicBezTo>
                <a:cubicBezTo>
                  <a:pt x="11765" y="906"/>
                  <a:pt x="11778" y="786"/>
                  <a:pt x="11778" y="729"/>
                </a:cubicBezTo>
                <a:cubicBezTo>
                  <a:pt x="11778" y="660"/>
                  <a:pt x="11768" y="626"/>
                  <a:pt x="11745" y="632"/>
                </a:cubicBezTo>
                <a:close/>
                <a:moveTo>
                  <a:pt x="8729" y="883"/>
                </a:moveTo>
                <a:cubicBezTo>
                  <a:pt x="8680" y="883"/>
                  <a:pt x="8673" y="930"/>
                  <a:pt x="8684" y="1176"/>
                </a:cubicBezTo>
                <a:cubicBezTo>
                  <a:pt x="8694" y="1385"/>
                  <a:pt x="8683" y="1529"/>
                  <a:pt x="8648" y="1686"/>
                </a:cubicBezTo>
                <a:cubicBezTo>
                  <a:pt x="8599" y="1901"/>
                  <a:pt x="8599" y="1912"/>
                  <a:pt x="8640" y="2089"/>
                </a:cubicBezTo>
                <a:cubicBezTo>
                  <a:pt x="8694" y="2318"/>
                  <a:pt x="8675" y="2656"/>
                  <a:pt x="8598" y="2824"/>
                </a:cubicBezTo>
                <a:cubicBezTo>
                  <a:pt x="8542" y="2948"/>
                  <a:pt x="8528" y="3091"/>
                  <a:pt x="8556" y="3256"/>
                </a:cubicBezTo>
                <a:cubicBezTo>
                  <a:pt x="8619" y="3619"/>
                  <a:pt x="8760" y="2908"/>
                  <a:pt x="8801" y="2023"/>
                </a:cubicBezTo>
                <a:cubicBezTo>
                  <a:pt x="8837" y="1233"/>
                  <a:pt x="8815" y="883"/>
                  <a:pt x="8729" y="883"/>
                </a:cubicBezTo>
                <a:close/>
                <a:moveTo>
                  <a:pt x="20633" y="2859"/>
                </a:moveTo>
                <a:lnTo>
                  <a:pt x="19998" y="3422"/>
                </a:lnTo>
                <a:cubicBezTo>
                  <a:pt x="19649" y="3731"/>
                  <a:pt x="19196" y="4134"/>
                  <a:pt x="18992" y="4317"/>
                </a:cubicBezTo>
                <a:cubicBezTo>
                  <a:pt x="18788" y="4500"/>
                  <a:pt x="18460" y="4792"/>
                  <a:pt x="18262" y="4967"/>
                </a:cubicBezTo>
                <a:cubicBezTo>
                  <a:pt x="17838" y="5341"/>
                  <a:pt x="17629" y="5535"/>
                  <a:pt x="17560" y="5617"/>
                </a:cubicBezTo>
                <a:cubicBezTo>
                  <a:pt x="17515" y="5669"/>
                  <a:pt x="17509" y="5759"/>
                  <a:pt x="17509" y="6315"/>
                </a:cubicBezTo>
                <a:cubicBezTo>
                  <a:pt x="17509" y="6665"/>
                  <a:pt x="17501" y="6973"/>
                  <a:pt x="17492" y="7002"/>
                </a:cubicBezTo>
                <a:cubicBezTo>
                  <a:pt x="17483" y="7030"/>
                  <a:pt x="17318" y="6951"/>
                  <a:pt x="17127" y="6823"/>
                </a:cubicBezTo>
                <a:cubicBezTo>
                  <a:pt x="16675" y="6522"/>
                  <a:pt x="16557" y="6525"/>
                  <a:pt x="16273" y="6840"/>
                </a:cubicBezTo>
                <a:cubicBezTo>
                  <a:pt x="16143" y="6983"/>
                  <a:pt x="15799" y="7330"/>
                  <a:pt x="15509" y="7613"/>
                </a:cubicBezTo>
                <a:cubicBezTo>
                  <a:pt x="14731" y="8371"/>
                  <a:pt x="14395" y="8727"/>
                  <a:pt x="14369" y="8820"/>
                </a:cubicBezTo>
                <a:cubicBezTo>
                  <a:pt x="14355" y="8868"/>
                  <a:pt x="14339" y="9917"/>
                  <a:pt x="14329" y="11363"/>
                </a:cubicBezTo>
                <a:cubicBezTo>
                  <a:pt x="14320" y="12717"/>
                  <a:pt x="14303" y="13859"/>
                  <a:pt x="14292" y="13900"/>
                </a:cubicBezTo>
                <a:cubicBezTo>
                  <a:pt x="14281" y="13941"/>
                  <a:pt x="14260" y="13792"/>
                  <a:pt x="14247" y="13572"/>
                </a:cubicBezTo>
                <a:cubicBezTo>
                  <a:pt x="14231" y="13313"/>
                  <a:pt x="14210" y="13185"/>
                  <a:pt x="14186" y="13207"/>
                </a:cubicBezTo>
                <a:cubicBezTo>
                  <a:pt x="14161" y="13231"/>
                  <a:pt x="14147" y="13134"/>
                  <a:pt x="14142" y="12900"/>
                </a:cubicBezTo>
                <a:cubicBezTo>
                  <a:pt x="14138" y="12711"/>
                  <a:pt x="14115" y="12454"/>
                  <a:pt x="14091" y="12329"/>
                </a:cubicBezTo>
                <a:cubicBezTo>
                  <a:pt x="14067" y="12204"/>
                  <a:pt x="14048" y="11994"/>
                  <a:pt x="14048" y="11863"/>
                </a:cubicBezTo>
                <a:cubicBezTo>
                  <a:pt x="14048" y="11389"/>
                  <a:pt x="13967" y="11594"/>
                  <a:pt x="13935" y="12148"/>
                </a:cubicBezTo>
                <a:cubicBezTo>
                  <a:pt x="13919" y="12437"/>
                  <a:pt x="13889" y="12724"/>
                  <a:pt x="13869" y="12786"/>
                </a:cubicBezTo>
                <a:cubicBezTo>
                  <a:pt x="13846" y="12863"/>
                  <a:pt x="13834" y="13087"/>
                  <a:pt x="13834" y="13461"/>
                </a:cubicBezTo>
                <a:cubicBezTo>
                  <a:pt x="13834" y="13913"/>
                  <a:pt x="13826" y="14016"/>
                  <a:pt x="13795" y="14001"/>
                </a:cubicBezTo>
                <a:cubicBezTo>
                  <a:pt x="13749" y="13980"/>
                  <a:pt x="13747" y="14015"/>
                  <a:pt x="13779" y="14353"/>
                </a:cubicBezTo>
                <a:cubicBezTo>
                  <a:pt x="13798" y="14564"/>
                  <a:pt x="13793" y="14625"/>
                  <a:pt x="13745" y="14730"/>
                </a:cubicBezTo>
                <a:cubicBezTo>
                  <a:pt x="13687" y="14857"/>
                  <a:pt x="13667" y="15285"/>
                  <a:pt x="13711" y="15443"/>
                </a:cubicBezTo>
                <a:cubicBezTo>
                  <a:pt x="13754" y="15595"/>
                  <a:pt x="13708" y="15767"/>
                  <a:pt x="13624" y="15767"/>
                </a:cubicBezTo>
                <a:cubicBezTo>
                  <a:pt x="13578" y="15767"/>
                  <a:pt x="13528" y="15837"/>
                  <a:pt x="13513" y="15923"/>
                </a:cubicBezTo>
                <a:cubicBezTo>
                  <a:pt x="13441" y="16334"/>
                  <a:pt x="13433" y="15834"/>
                  <a:pt x="13423" y="10559"/>
                </a:cubicBezTo>
                <a:lnTo>
                  <a:pt x="13413" y="5347"/>
                </a:lnTo>
                <a:lnTo>
                  <a:pt x="13483" y="4969"/>
                </a:lnTo>
                <a:cubicBezTo>
                  <a:pt x="13525" y="4742"/>
                  <a:pt x="13554" y="4457"/>
                  <a:pt x="13554" y="4266"/>
                </a:cubicBezTo>
                <a:lnTo>
                  <a:pt x="13554" y="3946"/>
                </a:lnTo>
                <a:lnTo>
                  <a:pt x="12032" y="4033"/>
                </a:lnTo>
                <a:cubicBezTo>
                  <a:pt x="11196" y="4080"/>
                  <a:pt x="9916" y="4120"/>
                  <a:pt x="9187" y="4120"/>
                </a:cubicBezTo>
                <a:lnTo>
                  <a:pt x="7861" y="4120"/>
                </a:lnTo>
                <a:lnTo>
                  <a:pt x="7988" y="4948"/>
                </a:lnTo>
                <a:lnTo>
                  <a:pt x="8114" y="5777"/>
                </a:lnTo>
                <a:lnTo>
                  <a:pt x="8114" y="10828"/>
                </a:lnTo>
                <a:cubicBezTo>
                  <a:pt x="8114" y="13607"/>
                  <a:pt x="8106" y="15911"/>
                  <a:pt x="8095" y="15949"/>
                </a:cubicBezTo>
                <a:cubicBezTo>
                  <a:pt x="8084" y="15987"/>
                  <a:pt x="8057" y="15903"/>
                  <a:pt x="8035" y="15763"/>
                </a:cubicBezTo>
                <a:cubicBezTo>
                  <a:pt x="8013" y="15622"/>
                  <a:pt x="8004" y="15508"/>
                  <a:pt x="8014" y="15508"/>
                </a:cubicBezTo>
                <a:cubicBezTo>
                  <a:pt x="8051" y="15508"/>
                  <a:pt x="7945" y="15127"/>
                  <a:pt x="7908" y="15123"/>
                </a:cubicBezTo>
                <a:cubicBezTo>
                  <a:pt x="7857" y="15117"/>
                  <a:pt x="7833" y="14875"/>
                  <a:pt x="7865" y="14694"/>
                </a:cubicBezTo>
                <a:cubicBezTo>
                  <a:pt x="7901" y="14485"/>
                  <a:pt x="7896" y="14170"/>
                  <a:pt x="7857" y="14254"/>
                </a:cubicBezTo>
                <a:cubicBezTo>
                  <a:pt x="7812" y="14355"/>
                  <a:pt x="7773" y="14032"/>
                  <a:pt x="7779" y="13604"/>
                </a:cubicBezTo>
                <a:cubicBezTo>
                  <a:pt x="7788" y="12899"/>
                  <a:pt x="7780" y="12765"/>
                  <a:pt x="7732" y="12853"/>
                </a:cubicBezTo>
                <a:cubicBezTo>
                  <a:pt x="7698" y="12915"/>
                  <a:pt x="7682" y="12860"/>
                  <a:pt x="7667" y="12632"/>
                </a:cubicBezTo>
                <a:cubicBezTo>
                  <a:pt x="7656" y="12465"/>
                  <a:pt x="7624" y="12047"/>
                  <a:pt x="7596" y="11703"/>
                </a:cubicBezTo>
                <a:lnTo>
                  <a:pt x="7545" y="11079"/>
                </a:lnTo>
                <a:lnTo>
                  <a:pt x="7503" y="11383"/>
                </a:lnTo>
                <a:cubicBezTo>
                  <a:pt x="7479" y="11551"/>
                  <a:pt x="7450" y="11829"/>
                  <a:pt x="7438" y="11999"/>
                </a:cubicBezTo>
                <a:cubicBezTo>
                  <a:pt x="7426" y="12169"/>
                  <a:pt x="7410" y="12269"/>
                  <a:pt x="7402" y="12223"/>
                </a:cubicBezTo>
                <a:cubicBezTo>
                  <a:pt x="7394" y="12178"/>
                  <a:pt x="7370" y="12235"/>
                  <a:pt x="7348" y="12347"/>
                </a:cubicBezTo>
                <a:cubicBezTo>
                  <a:pt x="7326" y="12462"/>
                  <a:pt x="7281" y="12531"/>
                  <a:pt x="7245" y="12507"/>
                </a:cubicBezTo>
                <a:lnTo>
                  <a:pt x="7182" y="12466"/>
                </a:lnTo>
                <a:lnTo>
                  <a:pt x="7164" y="11049"/>
                </a:lnTo>
                <a:cubicBezTo>
                  <a:pt x="7155" y="10270"/>
                  <a:pt x="7144" y="9626"/>
                  <a:pt x="7141" y="9616"/>
                </a:cubicBezTo>
                <a:cubicBezTo>
                  <a:pt x="7125" y="9551"/>
                  <a:pt x="5699" y="6535"/>
                  <a:pt x="5258" y="5633"/>
                </a:cubicBezTo>
                <a:lnTo>
                  <a:pt x="4729" y="4550"/>
                </a:lnTo>
                <a:lnTo>
                  <a:pt x="4396" y="4819"/>
                </a:lnTo>
                <a:cubicBezTo>
                  <a:pt x="4104" y="5056"/>
                  <a:pt x="4061" y="5122"/>
                  <a:pt x="4046" y="5353"/>
                </a:cubicBezTo>
                <a:cubicBezTo>
                  <a:pt x="4030" y="5598"/>
                  <a:pt x="3977" y="5654"/>
                  <a:pt x="3350" y="6058"/>
                </a:cubicBezTo>
                <a:cubicBezTo>
                  <a:pt x="2787" y="6422"/>
                  <a:pt x="2649" y="6473"/>
                  <a:pt x="2535" y="6364"/>
                </a:cubicBezTo>
                <a:cubicBezTo>
                  <a:pt x="2370" y="6207"/>
                  <a:pt x="2062" y="6472"/>
                  <a:pt x="1990" y="6833"/>
                </a:cubicBezTo>
                <a:cubicBezTo>
                  <a:pt x="1922" y="7176"/>
                  <a:pt x="1228" y="7707"/>
                  <a:pt x="1078" y="7530"/>
                </a:cubicBezTo>
                <a:cubicBezTo>
                  <a:pt x="929" y="7354"/>
                  <a:pt x="705" y="7553"/>
                  <a:pt x="691" y="7874"/>
                </a:cubicBezTo>
                <a:cubicBezTo>
                  <a:pt x="680" y="8099"/>
                  <a:pt x="648" y="8163"/>
                  <a:pt x="456" y="8330"/>
                </a:cubicBezTo>
                <a:lnTo>
                  <a:pt x="360" y="8413"/>
                </a:lnTo>
                <a:lnTo>
                  <a:pt x="359" y="9209"/>
                </a:lnTo>
                <a:cubicBezTo>
                  <a:pt x="359" y="9647"/>
                  <a:pt x="350" y="11314"/>
                  <a:pt x="340" y="12910"/>
                </a:cubicBezTo>
                <a:cubicBezTo>
                  <a:pt x="323" y="15460"/>
                  <a:pt x="316" y="15830"/>
                  <a:pt x="281" y="15977"/>
                </a:cubicBezTo>
                <a:cubicBezTo>
                  <a:pt x="228" y="16202"/>
                  <a:pt x="200" y="16078"/>
                  <a:pt x="217" y="15692"/>
                </a:cubicBezTo>
                <a:cubicBezTo>
                  <a:pt x="230" y="15377"/>
                  <a:pt x="197" y="15250"/>
                  <a:pt x="169" y="15510"/>
                </a:cubicBezTo>
                <a:cubicBezTo>
                  <a:pt x="161" y="15582"/>
                  <a:pt x="145" y="15605"/>
                  <a:pt x="133" y="15562"/>
                </a:cubicBezTo>
                <a:cubicBezTo>
                  <a:pt x="112" y="15487"/>
                  <a:pt x="118" y="14999"/>
                  <a:pt x="144" y="14600"/>
                </a:cubicBezTo>
                <a:cubicBezTo>
                  <a:pt x="153" y="14470"/>
                  <a:pt x="133" y="14341"/>
                  <a:pt x="85" y="14204"/>
                </a:cubicBezTo>
                <a:cubicBezTo>
                  <a:pt x="39" y="14076"/>
                  <a:pt x="19" y="13962"/>
                  <a:pt x="0" y="13643"/>
                </a:cubicBezTo>
                <a:lnTo>
                  <a:pt x="0" y="21590"/>
                </a:lnTo>
                <a:lnTo>
                  <a:pt x="10800" y="21590"/>
                </a:lnTo>
                <a:lnTo>
                  <a:pt x="21600" y="21590"/>
                </a:lnTo>
                <a:lnTo>
                  <a:pt x="21600" y="3841"/>
                </a:lnTo>
                <a:cubicBezTo>
                  <a:pt x="21529" y="3750"/>
                  <a:pt x="21367" y="3572"/>
                  <a:pt x="21142" y="3353"/>
                </a:cubicBezTo>
                <a:lnTo>
                  <a:pt x="20633" y="2859"/>
                </a:lnTo>
                <a:close/>
                <a:moveTo>
                  <a:pt x="9274" y="2954"/>
                </a:moveTo>
                <a:cubicBezTo>
                  <a:pt x="9254" y="2954"/>
                  <a:pt x="9238" y="3046"/>
                  <a:pt x="9238" y="3159"/>
                </a:cubicBezTo>
                <a:cubicBezTo>
                  <a:pt x="9238" y="3387"/>
                  <a:pt x="9286" y="3348"/>
                  <a:pt x="9300" y="3108"/>
                </a:cubicBezTo>
                <a:cubicBezTo>
                  <a:pt x="9305" y="3023"/>
                  <a:pt x="9293" y="2954"/>
                  <a:pt x="9274" y="2954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155" name="第三十三届“冯如杯”竞赛主赛道论文组参赛作品院审答辩"/>
          <p:cNvSpPr/>
          <p:nvPr/>
        </p:nvSpPr>
        <p:spPr>
          <a:xfrm>
            <a:off x="6096000" y="2056173"/>
            <a:ext cx="575651" cy="396875"/>
          </a:xfrm>
          <a:prstGeom prst="lin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>
              <a:defRPr sz="4500"/>
            </a:lvl1pPr>
          </a:lstStyle>
          <a:p>
            <a:endParaRPr sz="2250" dirty="0"/>
          </a:p>
        </p:txBody>
      </p:sp>
      <p:sp>
        <p:nvSpPr>
          <p:cNvPr id="2" name="矩形 1"/>
          <p:cNvSpPr/>
          <p:nvPr/>
        </p:nvSpPr>
        <p:spPr>
          <a:xfrm>
            <a:off x="2823146" y="412163"/>
            <a:ext cx="7399953" cy="29654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958" y="310929"/>
            <a:ext cx="2675965" cy="620782"/>
          </a:xfrm>
          <a:prstGeom prst="rect">
            <a:avLst/>
          </a:prstGeom>
        </p:spPr>
      </p:pic>
      <p:sp>
        <p:nvSpPr>
          <p:cNvPr id="5" name="新型反钙钛矿结构近零热膨胀材料设计与制备"/>
          <p:cNvSpPr txBox="1"/>
          <p:nvPr>
            <p:custDataLst>
              <p:tags r:id="rId4"/>
            </p:custDataLst>
          </p:nvPr>
        </p:nvSpPr>
        <p:spPr>
          <a:xfrm>
            <a:off x="1481455" y="1947545"/>
            <a:ext cx="8976360" cy="177419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9000" b="1">
                <a:solidFill>
                  <a:srgbClr val="2C66B1"/>
                </a:solidFill>
              </a:defRPr>
            </a:lvl1pPr>
          </a:lstStyle>
          <a:p>
            <a:pPr algn="ctr"/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 4</a:t>
            </a:r>
            <a:endParaRPr lang="en-US" altLang="zh-CN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endParaRPr lang="zh-CN" altLang="en-US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开发过程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开发中 </a:t>
            </a:r>
            <a:r>
              <a:rPr lang="en-US" altLang="zh-CN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AI </a:t>
            </a: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使用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" descr="Picture 1"/>
          <p:cNvPicPr>
            <a:picLocks noChangeAspect="1"/>
          </p:cNvPicPr>
          <p:nvPr/>
        </p:nvPicPr>
        <p:blipFill>
          <a:blip r:embed="rId1"/>
          <a:srcRect l="3027" t="71036" r="3027"/>
          <a:stretch>
            <a:fillRect/>
          </a:stretch>
        </p:blipFill>
        <p:spPr>
          <a:xfrm>
            <a:off x="-4366" y="4738347"/>
            <a:ext cx="12200732" cy="2115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0" extrusionOk="0">
                <a:moveTo>
                  <a:pt x="12883" y="0"/>
                </a:moveTo>
                <a:cubicBezTo>
                  <a:pt x="12873" y="3"/>
                  <a:pt x="12860" y="35"/>
                  <a:pt x="12846" y="101"/>
                </a:cubicBezTo>
                <a:cubicBezTo>
                  <a:pt x="12827" y="191"/>
                  <a:pt x="12796" y="229"/>
                  <a:pt x="12775" y="184"/>
                </a:cubicBezTo>
                <a:cubicBezTo>
                  <a:pt x="12754" y="137"/>
                  <a:pt x="12728" y="187"/>
                  <a:pt x="12713" y="302"/>
                </a:cubicBezTo>
                <a:cubicBezTo>
                  <a:pt x="12699" y="411"/>
                  <a:pt x="12656" y="514"/>
                  <a:pt x="12618" y="530"/>
                </a:cubicBezTo>
                <a:cubicBezTo>
                  <a:pt x="12554" y="558"/>
                  <a:pt x="12550" y="587"/>
                  <a:pt x="12566" y="909"/>
                </a:cubicBezTo>
                <a:cubicBezTo>
                  <a:pt x="12578" y="1152"/>
                  <a:pt x="12573" y="1303"/>
                  <a:pt x="12551" y="1409"/>
                </a:cubicBezTo>
                <a:cubicBezTo>
                  <a:pt x="12534" y="1493"/>
                  <a:pt x="12519" y="1643"/>
                  <a:pt x="12519" y="1741"/>
                </a:cubicBezTo>
                <a:cubicBezTo>
                  <a:pt x="12519" y="2003"/>
                  <a:pt x="12602" y="2436"/>
                  <a:pt x="12653" y="2436"/>
                </a:cubicBezTo>
                <a:cubicBezTo>
                  <a:pt x="12715" y="2436"/>
                  <a:pt x="12735" y="2699"/>
                  <a:pt x="12679" y="2784"/>
                </a:cubicBezTo>
                <a:cubicBezTo>
                  <a:pt x="12625" y="2865"/>
                  <a:pt x="12620" y="2967"/>
                  <a:pt x="12659" y="3189"/>
                </a:cubicBezTo>
                <a:cubicBezTo>
                  <a:pt x="12716" y="3520"/>
                  <a:pt x="12767" y="3278"/>
                  <a:pt x="12767" y="2673"/>
                </a:cubicBezTo>
                <a:cubicBezTo>
                  <a:pt x="12767" y="2521"/>
                  <a:pt x="12785" y="2384"/>
                  <a:pt x="12812" y="2345"/>
                </a:cubicBezTo>
                <a:cubicBezTo>
                  <a:pt x="12862" y="2268"/>
                  <a:pt x="12868" y="2165"/>
                  <a:pt x="12832" y="1956"/>
                </a:cubicBezTo>
                <a:cubicBezTo>
                  <a:pt x="12796" y="1753"/>
                  <a:pt x="12823" y="1565"/>
                  <a:pt x="12902" y="1466"/>
                </a:cubicBezTo>
                <a:cubicBezTo>
                  <a:pt x="12977" y="1371"/>
                  <a:pt x="12993" y="1142"/>
                  <a:pt x="12925" y="1142"/>
                </a:cubicBezTo>
                <a:cubicBezTo>
                  <a:pt x="12863" y="1142"/>
                  <a:pt x="12854" y="983"/>
                  <a:pt x="12892" y="561"/>
                </a:cubicBezTo>
                <a:cubicBezTo>
                  <a:pt x="12921" y="235"/>
                  <a:pt x="12912" y="-10"/>
                  <a:pt x="12883" y="0"/>
                </a:cubicBezTo>
                <a:close/>
                <a:moveTo>
                  <a:pt x="9425" y="496"/>
                </a:moveTo>
                <a:cubicBezTo>
                  <a:pt x="9381" y="496"/>
                  <a:pt x="9372" y="553"/>
                  <a:pt x="9377" y="779"/>
                </a:cubicBezTo>
                <a:cubicBezTo>
                  <a:pt x="9383" y="1004"/>
                  <a:pt x="9369" y="1092"/>
                  <a:pt x="9311" y="1188"/>
                </a:cubicBezTo>
                <a:cubicBezTo>
                  <a:pt x="9271" y="1256"/>
                  <a:pt x="9238" y="1388"/>
                  <a:pt x="9238" y="1484"/>
                </a:cubicBezTo>
                <a:cubicBezTo>
                  <a:pt x="9238" y="1698"/>
                  <a:pt x="9265" y="1710"/>
                  <a:pt x="9300" y="1512"/>
                </a:cubicBezTo>
                <a:cubicBezTo>
                  <a:pt x="9314" y="1432"/>
                  <a:pt x="9342" y="1405"/>
                  <a:pt x="9363" y="1452"/>
                </a:cubicBezTo>
                <a:cubicBezTo>
                  <a:pt x="9399" y="1530"/>
                  <a:pt x="9399" y="1553"/>
                  <a:pt x="9361" y="1794"/>
                </a:cubicBezTo>
                <a:cubicBezTo>
                  <a:pt x="9322" y="2044"/>
                  <a:pt x="9322" y="2065"/>
                  <a:pt x="9369" y="2432"/>
                </a:cubicBezTo>
                <a:cubicBezTo>
                  <a:pt x="9396" y="2641"/>
                  <a:pt x="9408" y="2843"/>
                  <a:pt x="9396" y="2885"/>
                </a:cubicBezTo>
                <a:cubicBezTo>
                  <a:pt x="9384" y="2927"/>
                  <a:pt x="9380" y="3048"/>
                  <a:pt x="9387" y="3152"/>
                </a:cubicBezTo>
                <a:cubicBezTo>
                  <a:pt x="9406" y="3431"/>
                  <a:pt x="9463" y="3385"/>
                  <a:pt x="9463" y="3092"/>
                </a:cubicBezTo>
                <a:cubicBezTo>
                  <a:pt x="9463" y="2746"/>
                  <a:pt x="9497" y="2655"/>
                  <a:pt x="9552" y="2853"/>
                </a:cubicBezTo>
                <a:cubicBezTo>
                  <a:pt x="9591" y="2991"/>
                  <a:pt x="9603" y="2987"/>
                  <a:pt x="9620" y="2830"/>
                </a:cubicBezTo>
                <a:cubicBezTo>
                  <a:pt x="9646" y="2585"/>
                  <a:pt x="9628" y="2436"/>
                  <a:pt x="9573" y="2436"/>
                </a:cubicBezTo>
                <a:cubicBezTo>
                  <a:pt x="9514" y="2436"/>
                  <a:pt x="9491" y="2053"/>
                  <a:pt x="9538" y="1853"/>
                </a:cubicBezTo>
                <a:cubicBezTo>
                  <a:pt x="9593" y="1621"/>
                  <a:pt x="9584" y="1551"/>
                  <a:pt x="9496" y="1506"/>
                </a:cubicBezTo>
                <a:cubicBezTo>
                  <a:pt x="9373" y="1444"/>
                  <a:pt x="9393" y="1212"/>
                  <a:pt x="9525" y="1168"/>
                </a:cubicBezTo>
                <a:cubicBezTo>
                  <a:pt x="9640" y="1130"/>
                  <a:pt x="9696" y="883"/>
                  <a:pt x="9589" y="883"/>
                </a:cubicBezTo>
                <a:cubicBezTo>
                  <a:pt x="9560" y="883"/>
                  <a:pt x="9523" y="795"/>
                  <a:pt x="9508" y="688"/>
                </a:cubicBezTo>
                <a:cubicBezTo>
                  <a:pt x="9492" y="582"/>
                  <a:pt x="9455" y="496"/>
                  <a:pt x="9425" y="496"/>
                </a:cubicBezTo>
                <a:close/>
                <a:moveTo>
                  <a:pt x="10543" y="496"/>
                </a:moveTo>
                <a:cubicBezTo>
                  <a:pt x="10467" y="496"/>
                  <a:pt x="10444" y="613"/>
                  <a:pt x="10476" y="834"/>
                </a:cubicBezTo>
                <a:cubicBezTo>
                  <a:pt x="10510" y="1069"/>
                  <a:pt x="10480" y="1330"/>
                  <a:pt x="10441" y="1142"/>
                </a:cubicBezTo>
                <a:cubicBezTo>
                  <a:pt x="10418" y="1034"/>
                  <a:pt x="10402" y="1070"/>
                  <a:pt x="10377" y="1282"/>
                </a:cubicBezTo>
                <a:cubicBezTo>
                  <a:pt x="10332" y="1653"/>
                  <a:pt x="10352" y="1905"/>
                  <a:pt x="10424" y="1877"/>
                </a:cubicBezTo>
                <a:cubicBezTo>
                  <a:pt x="10473" y="1858"/>
                  <a:pt x="10485" y="1923"/>
                  <a:pt x="10498" y="2280"/>
                </a:cubicBezTo>
                <a:cubicBezTo>
                  <a:pt x="10511" y="2620"/>
                  <a:pt x="10505" y="2730"/>
                  <a:pt x="10472" y="2835"/>
                </a:cubicBezTo>
                <a:cubicBezTo>
                  <a:pt x="10448" y="2906"/>
                  <a:pt x="10429" y="3025"/>
                  <a:pt x="10429" y="3102"/>
                </a:cubicBezTo>
                <a:cubicBezTo>
                  <a:pt x="10429" y="3191"/>
                  <a:pt x="10451" y="3206"/>
                  <a:pt x="10491" y="3144"/>
                </a:cubicBezTo>
                <a:cubicBezTo>
                  <a:pt x="10525" y="3091"/>
                  <a:pt x="10587" y="3012"/>
                  <a:pt x="10630" y="2968"/>
                </a:cubicBezTo>
                <a:cubicBezTo>
                  <a:pt x="10719" y="2876"/>
                  <a:pt x="10747" y="2606"/>
                  <a:pt x="10673" y="2545"/>
                </a:cubicBezTo>
                <a:cubicBezTo>
                  <a:pt x="10571" y="2460"/>
                  <a:pt x="10640" y="1273"/>
                  <a:pt x="10747" y="1273"/>
                </a:cubicBezTo>
                <a:cubicBezTo>
                  <a:pt x="10770" y="1273"/>
                  <a:pt x="10789" y="1220"/>
                  <a:pt x="10789" y="1158"/>
                </a:cubicBezTo>
                <a:cubicBezTo>
                  <a:pt x="10789" y="940"/>
                  <a:pt x="10730" y="765"/>
                  <a:pt x="10681" y="838"/>
                </a:cubicBezTo>
                <a:cubicBezTo>
                  <a:pt x="10648" y="888"/>
                  <a:pt x="10627" y="845"/>
                  <a:pt x="10618" y="704"/>
                </a:cubicBezTo>
                <a:cubicBezTo>
                  <a:pt x="10610" y="583"/>
                  <a:pt x="10578" y="496"/>
                  <a:pt x="10543" y="496"/>
                </a:cubicBezTo>
                <a:close/>
                <a:moveTo>
                  <a:pt x="11024" y="496"/>
                </a:moveTo>
                <a:cubicBezTo>
                  <a:pt x="10978" y="496"/>
                  <a:pt x="10946" y="920"/>
                  <a:pt x="10946" y="1535"/>
                </a:cubicBezTo>
                <a:cubicBezTo>
                  <a:pt x="10946" y="1964"/>
                  <a:pt x="10937" y="2086"/>
                  <a:pt x="10901" y="2140"/>
                </a:cubicBezTo>
                <a:cubicBezTo>
                  <a:pt x="10849" y="2218"/>
                  <a:pt x="10845" y="2339"/>
                  <a:pt x="10883" y="2687"/>
                </a:cubicBezTo>
                <a:cubicBezTo>
                  <a:pt x="10907" y="2911"/>
                  <a:pt x="10912" y="2915"/>
                  <a:pt x="10936" y="2727"/>
                </a:cubicBezTo>
                <a:cubicBezTo>
                  <a:pt x="10960" y="2541"/>
                  <a:pt x="10966" y="2548"/>
                  <a:pt x="10989" y="2800"/>
                </a:cubicBezTo>
                <a:cubicBezTo>
                  <a:pt x="11022" y="3156"/>
                  <a:pt x="11027" y="3154"/>
                  <a:pt x="11120" y="2745"/>
                </a:cubicBezTo>
                <a:lnTo>
                  <a:pt x="11197" y="2407"/>
                </a:lnTo>
                <a:lnTo>
                  <a:pt x="11241" y="2681"/>
                </a:lnTo>
                <a:cubicBezTo>
                  <a:pt x="11298" y="3035"/>
                  <a:pt x="11373" y="3043"/>
                  <a:pt x="11373" y="2695"/>
                </a:cubicBezTo>
                <a:cubicBezTo>
                  <a:pt x="11373" y="2411"/>
                  <a:pt x="11340" y="2350"/>
                  <a:pt x="11315" y="2585"/>
                </a:cubicBezTo>
                <a:cubicBezTo>
                  <a:pt x="11304" y="2689"/>
                  <a:pt x="11290" y="2663"/>
                  <a:pt x="11269" y="2500"/>
                </a:cubicBezTo>
                <a:cubicBezTo>
                  <a:pt x="11236" y="2243"/>
                  <a:pt x="11249" y="1713"/>
                  <a:pt x="11296" y="1401"/>
                </a:cubicBezTo>
                <a:cubicBezTo>
                  <a:pt x="11335" y="1142"/>
                  <a:pt x="11288" y="755"/>
                  <a:pt x="11218" y="755"/>
                </a:cubicBezTo>
                <a:cubicBezTo>
                  <a:pt x="11180" y="755"/>
                  <a:pt x="11169" y="820"/>
                  <a:pt x="11175" y="1030"/>
                </a:cubicBezTo>
                <a:cubicBezTo>
                  <a:pt x="11179" y="1190"/>
                  <a:pt x="11165" y="1367"/>
                  <a:pt x="11141" y="1452"/>
                </a:cubicBezTo>
                <a:cubicBezTo>
                  <a:pt x="11109" y="1568"/>
                  <a:pt x="11095" y="1548"/>
                  <a:pt x="11069" y="1348"/>
                </a:cubicBezTo>
                <a:cubicBezTo>
                  <a:pt x="11046" y="1169"/>
                  <a:pt x="11043" y="1052"/>
                  <a:pt x="11061" y="931"/>
                </a:cubicBezTo>
                <a:cubicBezTo>
                  <a:pt x="11089" y="735"/>
                  <a:pt x="11069" y="496"/>
                  <a:pt x="11024" y="496"/>
                </a:cubicBezTo>
                <a:close/>
                <a:moveTo>
                  <a:pt x="12192" y="617"/>
                </a:moveTo>
                <a:cubicBezTo>
                  <a:pt x="12173" y="637"/>
                  <a:pt x="12159" y="781"/>
                  <a:pt x="12164" y="1039"/>
                </a:cubicBezTo>
                <a:cubicBezTo>
                  <a:pt x="12170" y="1407"/>
                  <a:pt x="12163" y="1466"/>
                  <a:pt x="12098" y="1575"/>
                </a:cubicBezTo>
                <a:cubicBezTo>
                  <a:pt x="12013" y="1718"/>
                  <a:pt x="12003" y="1882"/>
                  <a:pt x="12076" y="1942"/>
                </a:cubicBezTo>
                <a:cubicBezTo>
                  <a:pt x="12147" y="2000"/>
                  <a:pt x="12138" y="2333"/>
                  <a:pt x="12059" y="2563"/>
                </a:cubicBezTo>
                <a:lnTo>
                  <a:pt x="11991" y="2758"/>
                </a:lnTo>
                <a:lnTo>
                  <a:pt x="12057" y="2802"/>
                </a:lnTo>
                <a:cubicBezTo>
                  <a:pt x="12105" y="2834"/>
                  <a:pt x="12134" y="2765"/>
                  <a:pt x="12164" y="2545"/>
                </a:cubicBezTo>
                <a:lnTo>
                  <a:pt x="12206" y="2241"/>
                </a:lnTo>
                <a:lnTo>
                  <a:pt x="12256" y="2590"/>
                </a:lnTo>
                <a:cubicBezTo>
                  <a:pt x="12294" y="2856"/>
                  <a:pt x="12327" y="2940"/>
                  <a:pt x="12395" y="2946"/>
                </a:cubicBezTo>
                <a:lnTo>
                  <a:pt x="12483" y="2954"/>
                </a:lnTo>
                <a:lnTo>
                  <a:pt x="12367" y="2482"/>
                </a:lnTo>
                <a:cubicBezTo>
                  <a:pt x="12241" y="1973"/>
                  <a:pt x="12224" y="1802"/>
                  <a:pt x="12294" y="1697"/>
                </a:cubicBezTo>
                <a:cubicBezTo>
                  <a:pt x="12347" y="1618"/>
                  <a:pt x="12356" y="1273"/>
                  <a:pt x="12305" y="1273"/>
                </a:cubicBezTo>
                <a:cubicBezTo>
                  <a:pt x="12287" y="1273"/>
                  <a:pt x="12261" y="1125"/>
                  <a:pt x="12250" y="947"/>
                </a:cubicBezTo>
                <a:cubicBezTo>
                  <a:pt x="12233" y="702"/>
                  <a:pt x="12210" y="598"/>
                  <a:pt x="12192" y="617"/>
                </a:cubicBezTo>
                <a:close/>
                <a:moveTo>
                  <a:pt x="8969" y="626"/>
                </a:moveTo>
                <a:cubicBezTo>
                  <a:pt x="8934" y="626"/>
                  <a:pt x="8925" y="708"/>
                  <a:pt x="8927" y="1045"/>
                </a:cubicBezTo>
                <a:cubicBezTo>
                  <a:pt x="8929" y="1276"/>
                  <a:pt x="8923" y="1652"/>
                  <a:pt x="8914" y="1879"/>
                </a:cubicBezTo>
                <a:cubicBezTo>
                  <a:pt x="8904" y="2121"/>
                  <a:pt x="8908" y="2405"/>
                  <a:pt x="8923" y="2565"/>
                </a:cubicBezTo>
                <a:cubicBezTo>
                  <a:pt x="8943" y="2782"/>
                  <a:pt x="8966" y="2829"/>
                  <a:pt x="9032" y="2798"/>
                </a:cubicBezTo>
                <a:cubicBezTo>
                  <a:pt x="9131" y="2750"/>
                  <a:pt x="9141" y="2529"/>
                  <a:pt x="9047" y="2436"/>
                </a:cubicBezTo>
                <a:cubicBezTo>
                  <a:pt x="8955" y="2344"/>
                  <a:pt x="8951" y="1807"/>
                  <a:pt x="9041" y="1559"/>
                </a:cubicBezTo>
                <a:cubicBezTo>
                  <a:pt x="9114" y="1357"/>
                  <a:pt x="9120" y="1199"/>
                  <a:pt x="9058" y="1105"/>
                </a:cubicBezTo>
                <a:cubicBezTo>
                  <a:pt x="9033" y="1068"/>
                  <a:pt x="9013" y="945"/>
                  <a:pt x="9013" y="832"/>
                </a:cubicBezTo>
                <a:cubicBezTo>
                  <a:pt x="9013" y="713"/>
                  <a:pt x="8995" y="626"/>
                  <a:pt x="8969" y="626"/>
                </a:cubicBezTo>
                <a:close/>
                <a:moveTo>
                  <a:pt x="9920" y="630"/>
                </a:moveTo>
                <a:cubicBezTo>
                  <a:pt x="9860" y="635"/>
                  <a:pt x="9793" y="1209"/>
                  <a:pt x="9819" y="1496"/>
                </a:cubicBezTo>
                <a:cubicBezTo>
                  <a:pt x="9845" y="1788"/>
                  <a:pt x="9812" y="2308"/>
                  <a:pt x="9767" y="2308"/>
                </a:cubicBezTo>
                <a:cubicBezTo>
                  <a:pt x="9748" y="2308"/>
                  <a:pt x="9733" y="2380"/>
                  <a:pt x="9733" y="2470"/>
                </a:cubicBezTo>
                <a:cubicBezTo>
                  <a:pt x="9733" y="2698"/>
                  <a:pt x="9814" y="2965"/>
                  <a:pt x="9855" y="2873"/>
                </a:cubicBezTo>
                <a:cubicBezTo>
                  <a:pt x="9874" y="2830"/>
                  <a:pt x="9895" y="2880"/>
                  <a:pt x="9902" y="2988"/>
                </a:cubicBezTo>
                <a:cubicBezTo>
                  <a:pt x="9920" y="3254"/>
                  <a:pt x="10014" y="2995"/>
                  <a:pt x="10046" y="2592"/>
                </a:cubicBezTo>
                <a:cubicBezTo>
                  <a:pt x="10071" y="2281"/>
                  <a:pt x="10115" y="2313"/>
                  <a:pt x="10115" y="2642"/>
                </a:cubicBezTo>
                <a:cubicBezTo>
                  <a:pt x="10115" y="2871"/>
                  <a:pt x="10211" y="3145"/>
                  <a:pt x="10257" y="3045"/>
                </a:cubicBezTo>
                <a:cubicBezTo>
                  <a:pt x="10277" y="2999"/>
                  <a:pt x="10285" y="2858"/>
                  <a:pt x="10278" y="2648"/>
                </a:cubicBezTo>
                <a:cubicBezTo>
                  <a:pt x="10269" y="2366"/>
                  <a:pt x="10262" y="2343"/>
                  <a:pt x="10225" y="2474"/>
                </a:cubicBezTo>
                <a:cubicBezTo>
                  <a:pt x="10162" y="2701"/>
                  <a:pt x="10130" y="2444"/>
                  <a:pt x="10149" y="1861"/>
                </a:cubicBezTo>
                <a:cubicBezTo>
                  <a:pt x="10158" y="1597"/>
                  <a:pt x="10178" y="1351"/>
                  <a:pt x="10194" y="1316"/>
                </a:cubicBezTo>
                <a:cubicBezTo>
                  <a:pt x="10216" y="1268"/>
                  <a:pt x="10212" y="1189"/>
                  <a:pt x="10180" y="1004"/>
                </a:cubicBezTo>
                <a:cubicBezTo>
                  <a:pt x="10126" y="694"/>
                  <a:pt x="10073" y="685"/>
                  <a:pt x="10054" y="982"/>
                </a:cubicBezTo>
                <a:cubicBezTo>
                  <a:pt x="10046" y="1106"/>
                  <a:pt x="10030" y="1281"/>
                  <a:pt x="10018" y="1371"/>
                </a:cubicBezTo>
                <a:cubicBezTo>
                  <a:pt x="9984" y="1629"/>
                  <a:pt x="9932" y="1308"/>
                  <a:pt x="9949" y="933"/>
                </a:cubicBezTo>
                <a:cubicBezTo>
                  <a:pt x="9959" y="690"/>
                  <a:pt x="9953" y="626"/>
                  <a:pt x="9920" y="630"/>
                </a:cubicBezTo>
                <a:close/>
                <a:moveTo>
                  <a:pt x="11745" y="632"/>
                </a:moveTo>
                <a:cubicBezTo>
                  <a:pt x="11723" y="637"/>
                  <a:pt x="11688" y="680"/>
                  <a:pt x="11638" y="761"/>
                </a:cubicBezTo>
                <a:cubicBezTo>
                  <a:pt x="11554" y="895"/>
                  <a:pt x="11554" y="896"/>
                  <a:pt x="11590" y="1219"/>
                </a:cubicBezTo>
                <a:cubicBezTo>
                  <a:pt x="11626" y="1529"/>
                  <a:pt x="11625" y="1546"/>
                  <a:pt x="11579" y="1616"/>
                </a:cubicBezTo>
                <a:cubicBezTo>
                  <a:pt x="11524" y="1698"/>
                  <a:pt x="11519" y="1799"/>
                  <a:pt x="11557" y="2017"/>
                </a:cubicBezTo>
                <a:cubicBezTo>
                  <a:pt x="11587" y="2194"/>
                  <a:pt x="11545" y="2567"/>
                  <a:pt x="11494" y="2567"/>
                </a:cubicBezTo>
                <a:cubicBezTo>
                  <a:pt x="11477" y="2567"/>
                  <a:pt x="11463" y="2630"/>
                  <a:pt x="11463" y="2709"/>
                </a:cubicBezTo>
                <a:cubicBezTo>
                  <a:pt x="11463" y="2896"/>
                  <a:pt x="11574" y="2741"/>
                  <a:pt x="11623" y="2484"/>
                </a:cubicBezTo>
                <a:cubicBezTo>
                  <a:pt x="11656" y="2315"/>
                  <a:pt x="11667" y="2330"/>
                  <a:pt x="11725" y="2620"/>
                </a:cubicBezTo>
                <a:cubicBezTo>
                  <a:pt x="11763" y="2814"/>
                  <a:pt x="11817" y="2948"/>
                  <a:pt x="11858" y="2950"/>
                </a:cubicBezTo>
                <a:cubicBezTo>
                  <a:pt x="11962" y="2956"/>
                  <a:pt x="11968" y="2810"/>
                  <a:pt x="11873" y="2559"/>
                </a:cubicBezTo>
                <a:cubicBezTo>
                  <a:pt x="11827" y="2436"/>
                  <a:pt x="11769" y="2240"/>
                  <a:pt x="11744" y="2124"/>
                </a:cubicBezTo>
                <a:cubicBezTo>
                  <a:pt x="11699" y="1913"/>
                  <a:pt x="11699" y="1909"/>
                  <a:pt x="11750" y="1703"/>
                </a:cubicBezTo>
                <a:cubicBezTo>
                  <a:pt x="11798" y="1508"/>
                  <a:pt x="11798" y="1487"/>
                  <a:pt x="11761" y="1328"/>
                </a:cubicBezTo>
                <a:cubicBezTo>
                  <a:pt x="11729" y="1193"/>
                  <a:pt x="11727" y="1127"/>
                  <a:pt x="11750" y="996"/>
                </a:cubicBezTo>
                <a:cubicBezTo>
                  <a:pt x="11765" y="906"/>
                  <a:pt x="11778" y="786"/>
                  <a:pt x="11778" y="729"/>
                </a:cubicBezTo>
                <a:cubicBezTo>
                  <a:pt x="11778" y="660"/>
                  <a:pt x="11768" y="626"/>
                  <a:pt x="11745" y="632"/>
                </a:cubicBezTo>
                <a:close/>
                <a:moveTo>
                  <a:pt x="8729" y="883"/>
                </a:moveTo>
                <a:cubicBezTo>
                  <a:pt x="8680" y="883"/>
                  <a:pt x="8673" y="930"/>
                  <a:pt x="8684" y="1176"/>
                </a:cubicBezTo>
                <a:cubicBezTo>
                  <a:pt x="8694" y="1385"/>
                  <a:pt x="8683" y="1529"/>
                  <a:pt x="8648" y="1686"/>
                </a:cubicBezTo>
                <a:cubicBezTo>
                  <a:pt x="8599" y="1901"/>
                  <a:pt x="8599" y="1912"/>
                  <a:pt x="8640" y="2089"/>
                </a:cubicBezTo>
                <a:cubicBezTo>
                  <a:pt x="8694" y="2318"/>
                  <a:pt x="8675" y="2656"/>
                  <a:pt x="8598" y="2824"/>
                </a:cubicBezTo>
                <a:cubicBezTo>
                  <a:pt x="8542" y="2948"/>
                  <a:pt x="8528" y="3091"/>
                  <a:pt x="8556" y="3256"/>
                </a:cubicBezTo>
                <a:cubicBezTo>
                  <a:pt x="8619" y="3619"/>
                  <a:pt x="8760" y="2908"/>
                  <a:pt x="8801" y="2023"/>
                </a:cubicBezTo>
                <a:cubicBezTo>
                  <a:pt x="8837" y="1233"/>
                  <a:pt x="8815" y="883"/>
                  <a:pt x="8729" y="883"/>
                </a:cubicBezTo>
                <a:close/>
                <a:moveTo>
                  <a:pt x="20633" y="2859"/>
                </a:moveTo>
                <a:lnTo>
                  <a:pt x="19998" y="3422"/>
                </a:lnTo>
                <a:cubicBezTo>
                  <a:pt x="19649" y="3731"/>
                  <a:pt x="19196" y="4134"/>
                  <a:pt x="18992" y="4317"/>
                </a:cubicBezTo>
                <a:cubicBezTo>
                  <a:pt x="18788" y="4500"/>
                  <a:pt x="18460" y="4792"/>
                  <a:pt x="18262" y="4967"/>
                </a:cubicBezTo>
                <a:cubicBezTo>
                  <a:pt x="17838" y="5341"/>
                  <a:pt x="17629" y="5535"/>
                  <a:pt x="17560" y="5617"/>
                </a:cubicBezTo>
                <a:cubicBezTo>
                  <a:pt x="17515" y="5669"/>
                  <a:pt x="17509" y="5759"/>
                  <a:pt x="17509" y="6315"/>
                </a:cubicBezTo>
                <a:cubicBezTo>
                  <a:pt x="17509" y="6665"/>
                  <a:pt x="17501" y="6973"/>
                  <a:pt x="17492" y="7002"/>
                </a:cubicBezTo>
                <a:cubicBezTo>
                  <a:pt x="17483" y="7030"/>
                  <a:pt x="17318" y="6951"/>
                  <a:pt x="17127" y="6823"/>
                </a:cubicBezTo>
                <a:cubicBezTo>
                  <a:pt x="16675" y="6522"/>
                  <a:pt x="16557" y="6525"/>
                  <a:pt x="16273" y="6840"/>
                </a:cubicBezTo>
                <a:cubicBezTo>
                  <a:pt x="16143" y="6983"/>
                  <a:pt x="15799" y="7330"/>
                  <a:pt x="15509" y="7613"/>
                </a:cubicBezTo>
                <a:cubicBezTo>
                  <a:pt x="14731" y="8371"/>
                  <a:pt x="14395" y="8727"/>
                  <a:pt x="14369" y="8820"/>
                </a:cubicBezTo>
                <a:cubicBezTo>
                  <a:pt x="14355" y="8868"/>
                  <a:pt x="14339" y="9917"/>
                  <a:pt x="14329" y="11363"/>
                </a:cubicBezTo>
                <a:cubicBezTo>
                  <a:pt x="14320" y="12717"/>
                  <a:pt x="14303" y="13859"/>
                  <a:pt x="14292" y="13900"/>
                </a:cubicBezTo>
                <a:cubicBezTo>
                  <a:pt x="14281" y="13941"/>
                  <a:pt x="14260" y="13792"/>
                  <a:pt x="14247" y="13572"/>
                </a:cubicBezTo>
                <a:cubicBezTo>
                  <a:pt x="14231" y="13313"/>
                  <a:pt x="14210" y="13185"/>
                  <a:pt x="14186" y="13207"/>
                </a:cubicBezTo>
                <a:cubicBezTo>
                  <a:pt x="14161" y="13231"/>
                  <a:pt x="14147" y="13134"/>
                  <a:pt x="14142" y="12900"/>
                </a:cubicBezTo>
                <a:cubicBezTo>
                  <a:pt x="14138" y="12711"/>
                  <a:pt x="14115" y="12454"/>
                  <a:pt x="14091" y="12329"/>
                </a:cubicBezTo>
                <a:cubicBezTo>
                  <a:pt x="14067" y="12204"/>
                  <a:pt x="14048" y="11994"/>
                  <a:pt x="14048" y="11863"/>
                </a:cubicBezTo>
                <a:cubicBezTo>
                  <a:pt x="14048" y="11389"/>
                  <a:pt x="13967" y="11594"/>
                  <a:pt x="13935" y="12148"/>
                </a:cubicBezTo>
                <a:cubicBezTo>
                  <a:pt x="13919" y="12437"/>
                  <a:pt x="13889" y="12724"/>
                  <a:pt x="13869" y="12786"/>
                </a:cubicBezTo>
                <a:cubicBezTo>
                  <a:pt x="13846" y="12863"/>
                  <a:pt x="13834" y="13087"/>
                  <a:pt x="13834" y="13461"/>
                </a:cubicBezTo>
                <a:cubicBezTo>
                  <a:pt x="13834" y="13913"/>
                  <a:pt x="13826" y="14016"/>
                  <a:pt x="13795" y="14001"/>
                </a:cubicBezTo>
                <a:cubicBezTo>
                  <a:pt x="13749" y="13980"/>
                  <a:pt x="13747" y="14015"/>
                  <a:pt x="13779" y="14353"/>
                </a:cubicBezTo>
                <a:cubicBezTo>
                  <a:pt x="13798" y="14564"/>
                  <a:pt x="13793" y="14625"/>
                  <a:pt x="13745" y="14730"/>
                </a:cubicBezTo>
                <a:cubicBezTo>
                  <a:pt x="13687" y="14857"/>
                  <a:pt x="13667" y="15285"/>
                  <a:pt x="13711" y="15443"/>
                </a:cubicBezTo>
                <a:cubicBezTo>
                  <a:pt x="13754" y="15595"/>
                  <a:pt x="13708" y="15767"/>
                  <a:pt x="13624" y="15767"/>
                </a:cubicBezTo>
                <a:cubicBezTo>
                  <a:pt x="13578" y="15767"/>
                  <a:pt x="13528" y="15837"/>
                  <a:pt x="13513" y="15923"/>
                </a:cubicBezTo>
                <a:cubicBezTo>
                  <a:pt x="13441" y="16334"/>
                  <a:pt x="13433" y="15834"/>
                  <a:pt x="13423" y="10559"/>
                </a:cubicBezTo>
                <a:lnTo>
                  <a:pt x="13413" y="5347"/>
                </a:lnTo>
                <a:lnTo>
                  <a:pt x="13483" y="4969"/>
                </a:lnTo>
                <a:cubicBezTo>
                  <a:pt x="13525" y="4742"/>
                  <a:pt x="13554" y="4457"/>
                  <a:pt x="13554" y="4266"/>
                </a:cubicBezTo>
                <a:lnTo>
                  <a:pt x="13554" y="3946"/>
                </a:lnTo>
                <a:lnTo>
                  <a:pt x="12032" y="4033"/>
                </a:lnTo>
                <a:cubicBezTo>
                  <a:pt x="11196" y="4080"/>
                  <a:pt x="9916" y="4120"/>
                  <a:pt x="9187" y="4120"/>
                </a:cubicBezTo>
                <a:lnTo>
                  <a:pt x="7861" y="4120"/>
                </a:lnTo>
                <a:lnTo>
                  <a:pt x="7988" y="4948"/>
                </a:lnTo>
                <a:lnTo>
                  <a:pt x="8114" y="5777"/>
                </a:lnTo>
                <a:lnTo>
                  <a:pt x="8114" y="10828"/>
                </a:lnTo>
                <a:cubicBezTo>
                  <a:pt x="8114" y="13607"/>
                  <a:pt x="8106" y="15911"/>
                  <a:pt x="8095" y="15949"/>
                </a:cubicBezTo>
                <a:cubicBezTo>
                  <a:pt x="8084" y="15987"/>
                  <a:pt x="8057" y="15903"/>
                  <a:pt x="8035" y="15763"/>
                </a:cubicBezTo>
                <a:cubicBezTo>
                  <a:pt x="8013" y="15622"/>
                  <a:pt x="8004" y="15508"/>
                  <a:pt x="8014" y="15508"/>
                </a:cubicBezTo>
                <a:cubicBezTo>
                  <a:pt x="8051" y="15508"/>
                  <a:pt x="7945" y="15127"/>
                  <a:pt x="7908" y="15123"/>
                </a:cubicBezTo>
                <a:cubicBezTo>
                  <a:pt x="7857" y="15117"/>
                  <a:pt x="7833" y="14875"/>
                  <a:pt x="7865" y="14694"/>
                </a:cubicBezTo>
                <a:cubicBezTo>
                  <a:pt x="7901" y="14485"/>
                  <a:pt x="7896" y="14170"/>
                  <a:pt x="7857" y="14254"/>
                </a:cubicBezTo>
                <a:cubicBezTo>
                  <a:pt x="7812" y="14355"/>
                  <a:pt x="7773" y="14032"/>
                  <a:pt x="7779" y="13604"/>
                </a:cubicBezTo>
                <a:cubicBezTo>
                  <a:pt x="7788" y="12899"/>
                  <a:pt x="7780" y="12765"/>
                  <a:pt x="7732" y="12853"/>
                </a:cubicBezTo>
                <a:cubicBezTo>
                  <a:pt x="7698" y="12915"/>
                  <a:pt x="7682" y="12860"/>
                  <a:pt x="7667" y="12632"/>
                </a:cubicBezTo>
                <a:cubicBezTo>
                  <a:pt x="7656" y="12465"/>
                  <a:pt x="7624" y="12047"/>
                  <a:pt x="7596" y="11703"/>
                </a:cubicBezTo>
                <a:lnTo>
                  <a:pt x="7545" y="11079"/>
                </a:lnTo>
                <a:lnTo>
                  <a:pt x="7503" y="11383"/>
                </a:lnTo>
                <a:cubicBezTo>
                  <a:pt x="7479" y="11551"/>
                  <a:pt x="7450" y="11829"/>
                  <a:pt x="7438" y="11999"/>
                </a:cubicBezTo>
                <a:cubicBezTo>
                  <a:pt x="7426" y="12169"/>
                  <a:pt x="7410" y="12269"/>
                  <a:pt x="7402" y="12223"/>
                </a:cubicBezTo>
                <a:cubicBezTo>
                  <a:pt x="7394" y="12178"/>
                  <a:pt x="7370" y="12235"/>
                  <a:pt x="7348" y="12347"/>
                </a:cubicBezTo>
                <a:cubicBezTo>
                  <a:pt x="7326" y="12462"/>
                  <a:pt x="7281" y="12531"/>
                  <a:pt x="7245" y="12507"/>
                </a:cubicBezTo>
                <a:lnTo>
                  <a:pt x="7182" y="12466"/>
                </a:lnTo>
                <a:lnTo>
                  <a:pt x="7164" y="11049"/>
                </a:lnTo>
                <a:cubicBezTo>
                  <a:pt x="7155" y="10270"/>
                  <a:pt x="7144" y="9626"/>
                  <a:pt x="7141" y="9616"/>
                </a:cubicBezTo>
                <a:cubicBezTo>
                  <a:pt x="7125" y="9551"/>
                  <a:pt x="5699" y="6535"/>
                  <a:pt x="5258" y="5633"/>
                </a:cubicBezTo>
                <a:lnTo>
                  <a:pt x="4729" y="4550"/>
                </a:lnTo>
                <a:lnTo>
                  <a:pt x="4396" y="4819"/>
                </a:lnTo>
                <a:cubicBezTo>
                  <a:pt x="4104" y="5056"/>
                  <a:pt x="4061" y="5122"/>
                  <a:pt x="4046" y="5353"/>
                </a:cubicBezTo>
                <a:cubicBezTo>
                  <a:pt x="4030" y="5598"/>
                  <a:pt x="3977" y="5654"/>
                  <a:pt x="3350" y="6058"/>
                </a:cubicBezTo>
                <a:cubicBezTo>
                  <a:pt x="2787" y="6422"/>
                  <a:pt x="2649" y="6473"/>
                  <a:pt x="2535" y="6364"/>
                </a:cubicBezTo>
                <a:cubicBezTo>
                  <a:pt x="2370" y="6207"/>
                  <a:pt x="2062" y="6472"/>
                  <a:pt x="1990" y="6833"/>
                </a:cubicBezTo>
                <a:cubicBezTo>
                  <a:pt x="1922" y="7176"/>
                  <a:pt x="1228" y="7707"/>
                  <a:pt x="1078" y="7530"/>
                </a:cubicBezTo>
                <a:cubicBezTo>
                  <a:pt x="929" y="7354"/>
                  <a:pt x="705" y="7553"/>
                  <a:pt x="691" y="7874"/>
                </a:cubicBezTo>
                <a:cubicBezTo>
                  <a:pt x="680" y="8099"/>
                  <a:pt x="648" y="8163"/>
                  <a:pt x="456" y="8330"/>
                </a:cubicBezTo>
                <a:lnTo>
                  <a:pt x="360" y="8413"/>
                </a:lnTo>
                <a:lnTo>
                  <a:pt x="359" y="9209"/>
                </a:lnTo>
                <a:cubicBezTo>
                  <a:pt x="359" y="9647"/>
                  <a:pt x="350" y="11314"/>
                  <a:pt x="340" y="12910"/>
                </a:cubicBezTo>
                <a:cubicBezTo>
                  <a:pt x="323" y="15460"/>
                  <a:pt x="316" y="15830"/>
                  <a:pt x="281" y="15977"/>
                </a:cubicBezTo>
                <a:cubicBezTo>
                  <a:pt x="228" y="16202"/>
                  <a:pt x="200" y="16078"/>
                  <a:pt x="217" y="15692"/>
                </a:cubicBezTo>
                <a:cubicBezTo>
                  <a:pt x="230" y="15377"/>
                  <a:pt x="197" y="15250"/>
                  <a:pt x="169" y="15510"/>
                </a:cubicBezTo>
                <a:cubicBezTo>
                  <a:pt x="161" y="15582"/>
                  <a:pt x="145" y="15605"/>
                  <a:pt x="133" y="15562"/>
                </a:cubicBezTo>
                <a:cubicBezTo>
                  <a:pt x="112" y="15487"/>
                  <a:pt x="118" y="14999"/>
                  <a:pt x="144" y="14600"/>
                </a:cubicBezTo>
                <a:cubicBezTo>
                  <a:pt x="153" y="14470"/>
                  <a:pt x="133" y="14341"/>
                  <a:pt x="85" y="14204"/>
                </a:cubicBezTo>
                <a:cubicBezTo>
                  <a:pt x="39" y="14076"/>
                  <a:pt x="19" y="13962"/>
                  <a:pt x="0" y="13643"/>
                </a:cubicBezTo>
                <a:lnTo>
                  <a:pt x="0" y="21590"/>
                </a:lnTo>
                <a:lnTo>
                  <a:pt x="10800" y="21590"/>
                </a:lnTo>
                <a:lnTo>
                  <a:pt x="21600" y="21590"/>
                </a:lnTo>
                <a:lnTo>
                  <a:pt x="21600" y="3841"/>
                </a:lnTo>
                <a:cubicBezTo>
                  <a:pt x="21529" y="3750"/>
                  <a:pt x="21367" y="3572"/>
                  <a:pt x="21142" y="3353"/>
                </a:cubicBezTo>
                <a:lnTo>
                  <a:pt x="20633" y="2859"/>
                </a:lnTo>
                <a:close/>
                <a:moveTo>
                  <a:pt x="9274" y="2954"/>
                </a:moveTo>
                <a:cubicBezTo>
                  <a:pt x="9254" y="2954"/>
                  <a:pt x="9238" y="3046"/>
                  <a:pt x="9238" y="3159"/>
                </a:cubicBezTo>
                <a:cubicBezTo>
                  <a:pt x="9238" y="3387"/>
                  <a:pt x="9286" y="3348"/>
                  <a:pt x="9300" y="3108"/>
                </a:cubicBezTo>
                <a:cubicBezTo>
                  <a:pt x="9305" y="3023"/>
                  <a:pt x="9293" y="2954"/>
                  <a:pt x="9274" y="2954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155" name="第三十三届“冯如杯”竞赛主赛道论文组参赛作品院审答辩"/>
          <p:cNvSpPr/>
          <p:nvPr/>
        </p:nvSpPr>
        <p:spPr>
          <a:xfrm>
            <a:off x="6096000" y="2056173"/>
            <a:ext cx="575651" cy="396875"/>
          </a:xfrm>
          <a:prstGeom prst="lin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>
              <a:defRPr sz="4500"/>
            </a:lvl1pPr>
          </a:lstStyle>
          <a:p>
            <a:endParaRPr sz="2250" dirty="0"/>
          </a:p>
        </p:txBody>
      </p:sp>
      <p:sp>
        <p:nvSpPr>
          <p:cNvPr id="2" name="矩形 1"/>
          <p:cNvSpPr/>
          <p:nvPr/>
        </p:nvSpPr>
        <p:spPr>
          <a:xfrm>
            <a:off x="2823146" y="412163"/>
            <a:ext cx="7399953" cy="29654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958" y="310929"/>
            <a:ext cx="2675965" cy="620782"/>
          </a:xfrm>
          <a:prstGeom prst="rect">
            <a:avLst/>
          </a:prstGeom>
        </p:spPr>
      </p:pic>
      <p:sp>
        <p:nvSpPr>
          <p:cNvPr id="5" name="新型反钙钛矿结构近零热膨胀材料设计与制备"/>
          <p:cNvSpPr txBox="1"/>
          <p:nvPr>
            <p:custDataLst>
              <p:tags r:id="rId4"/>
            </p:custDataLst>
          </p:nvPr>
        </p:nvSpPr>
        <p:spPr>
          <a:xfrm>
            <a:off x="1481455" y="1947545"/>
            <a:ext cx="8976360" cy="177419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9000" b="1">
                <a:solidFill>
                  <a:srgbClr val="2C66B1"/>
                </a:solidFill>
              </a:defRPr>
            </a:lvl1pPr>
          </a:lstStyle>
          <a:p>
            <a:pPr algn="ctr"/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 5</a:t>
            </a:r>
            <a:endParaRPr lang="en-US" altLang="zh-CN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功能介绍与演示</a:t>
            </a:r>
            <a:endParaRPr lang="zh-CN" altLang="en-US" sz="32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" descr="Picture 1"/>
          <p:cNvPicPr>
            <a:picLocks noChangeAspect="1"/>
          </p:cNvPicPr>
          <p:nvPr/>
        </p:nvPicPr>
        <p:blipFill>
          <a:blip r:embed="rId1"/>
          <a:srcRect l="3027" t="71036" r="3027"/>
          <a:stretch>
            <a:fillRect/>
          </a:stretch>
        </p:blipFill>
        <p:spPr>
          <a:xfrm>
            <a:off x="-4366" y="4738347"/>
            <a:ext cx="12200732" cy="2115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0" extrusionOk="0">
                <a:moveTo>
                  <a:pt x="12883" y="0"/>
                </a:moveTo>
                <a:cubicBezTo>
                  <a:pt x="12873" y="3"/>
                  <a:pt x="12860" y="35"/>
                  <a:pt x="12846" y="101"/>
                </a:cubicBezTo>
                <a:cubicBezTo>
                  <a:pt x="12827" y="191"/>
                  <a:pt x="12796" y="229"/>
                  <a:pt x="12775" y="184"/>
                </a:cubicBezTo>
                <a:cubicBezTo>
                  <a:pt x="12754" y="137"/>
                  <a:pt x="12728" y="187"/>
                  <a:pt x="12713" y="302"/>
                </a:cubicBezTo>
                <a:cubicBezTo>
                  <a:pt x="12699" y="411"/>
                  <a:pt x="12656" y="514"/>
                  <a:pt x="12618" y="530"/>
                </a:cubicBezTo>
                <a:cubicBezTo>
                  <a:pt x="12554" y="558"/>
                  <a:pt x="12550" y="587"/>
                  <a:pt x="12566" y="909"/>
                </a:cubicBezTo>
                <a:cubicBezTo>
                  <a:pt x="12578" y="1152"/>
                  <a:pt x="12573" y="1303"/>
                  <a:pt x="12551" y="1409"/>
                </a:cubicBezTo>
                <a:cubicBezTo>
                  <a:pt x="12534" y="1493"/>
                  <a:pt x="12519" y="1643"/>
                  <a:pt x="12519" y="1741"/>
                </a:cubicBezTo>
                <a:cubicBezTo>
                  <a:pt x="12519" y="2003"/>
                  <a:pt x="12602" y="2436"/>
                  <a:pt x="12653" y="2436"/>
                </a:cubicBezTo>
                <a:cubicBezTo>
                  <a:pt x="12715" y="2436"/>
                  <a:pt x="12735" y="2699"/>
                  <a:pt x="12679" y="2784"/>
                </a:cubicBezTo>
                <a:cubicBezTo>
                  <a:pt x="12625" y="2865"/>
                  <a:pt x="12620" y="2967"/>
                  <a:pt x="12659" y="3189"/>
                </a:cubicBezTo>
                <a:cubicBezTo>
                  <a:pt x="12716" y="3520"/>
                  <a:pt x="12767" y="3278"/>
                  <a:pt x="12767" y="2673"/>
                </a:cubicBezTo>
                <a:cubicBezTo>
                  <a:pt x="12767" y="2521"/>
                  <a:pt x="12785" y="2384"/>
                  <a:pt x="12812" y="2345"/>
                </a:cubicBezTo>
                <a:cubicBezTo>
                  <a:pt x="12862" y="2268"/>
                  <a:pt x="12868" y="2165"/>
                  <a:pt x="12832" y="1956"/>
                </a:cubicBezTo>
                <a:cubicBezTo>
                  <a:pt x="12796" y="1753"/>
                  <a:pt x="12823" y="1565"/>
                  <a:pt x="12902" y="1466"/>
                </a:cubicBezTo>
                <a:cubicBezTo>
                  <a:pt x="12977" y="1371"/>
                  <a:pt x="12993" y="1142"/>
                  <a:pt x="12925" y="1142"/>
                </a:cubicBezTo>
                <a:cubicBezTo>
                  <a:pt x="12863" y="1142"/>
                  <a:pt x="12854" y="983"/>
                  <a:pt x="12892" y="561"/>
                </a:cubicBezTo>
                <a:cubicBezTo>
                  <a:pt x="12921" y="235"/>
                  <a:pt x="12912" y="-10"/>
                  <a:pt x="12883" y="0"/>
                </a:cubicBezTo>
                <a:close/>
                <a:moveTo>
                  <a:pt x="9425" y="496"/>
                </a:moveTo>
                <a:cubicBezTo>
                  <a:pt x="9381" y="496"/>
                  <a:pt x="9372" y="553"/>
                  <a:pt x="9377" y="779"/>
                </a:cubicBezTo>
                <a:cubicBezTo>
                  <a:pt x="9383" y="1004"/>
                  <a:pt x="9369" y="1092"/>
                  <a:pt x="9311" y="1188"/>
                </a:cubicBezTo>
                <a:cubicBezTo>
                  <a:pt x="9271" y="1256"/>
                  <a:pt x="9238" y="1388"/>
                  <a:pt x="9238" y="1484"/>
                </a:cubicBezTo>
                <a:cubicBezTo>
                  <a:pt x="9238" y="1698"/>
                  <a:pt x="9265" y="1710"/>
                  <a:pt x="9300" y="1512"/>
                </a:cubicBezTo>
                <a:cubicBezTo>
                  <a:pt x="9314" y="1432"/>
                  <a:pt x="9342" y="1405"/>
                  <a:pt x="9363" y="1452"/>
                </a:cubicBezTo>
                <a:cubicBezTo>
                  <a:pt x="9399" y="1530"/>
                  <a:pt x="9399" y="1553"/>
                  <a:pt x="9361" y="1794"/>
                </a:cubicBezTo>
                <a:cubicBezTo>
                  <a:pt x="9322" y="2044"/>
                  <a:pt x="9322" y="2065"/>
                  <a:pt x="9369" y="2432"/>
                </a:cubicBezTo>
                <a:cubicBezTo>
                  <a:pt x="9396" y="2641"/>
                  <a:pt x="9408" y="2843"/>
                  <a:pt x="9396" y="2885"/>
                </a:cubicBezTo>
                <a:cubicBezTo>
                  <a:pt x="9384" y="2927"/>
                  <a:pt x="9380" y="3048"/>
                  <a:pt x="9387" y="3152"/>
                </a:cubicBezTo>
                <a:cubicBezTo>
                  <a:pt x="9406" y="3431"/>
                  <a:pt x="9463" y="3385"/>
                  <a:pt x="9463" y="3092"/>
                </a:cubicBezTo>
                <a:cubicBezTo>
                  <a:pt x="9463" y="2746"/>
                  <a:pt x="9497" y="2655"/>
                  <a:pt x="9552" y="2853"/>
                </a:cubicBezTo>
                <a:cubicBezTo>
                  <a:pt x="9591" y="2991"/>
                  <a:pt x="9603" y="2987"/>
                  <a:pt x="9620" y="2830"/>
                </a:cubicBezTo>
                <a:cubicBezTo>
                  <a:pt x="9646" y="2585"/>
                  <a:pt x="9628" y="2436"/>
                  <a:pt x="9573" y="2436"/>
                </a:cubicBezTo>
                <a:cubicBezTo>
                  <a:pt x="9514" y="2436"/>
                  <a:pt x="9491" y="2053"/>
                  <a:pt x="9538" y="1853"/>
                </a:cubicBezTo>
                <a:cubicBezTo>
                  <a:pt x="9593" y="1621"/>
                  <a:pt x="9584" y="1551"/>
                  <a:pt x="9496" y="1506"/>
                </a:cubicBezTo>
                <a:cubicBezTo>
                  <a:pt x="9373" y="1444"/>
                  <a:pt x="9393" y="1212"/>
                  <a:pt x="9525" y="1168"/>
                </a:cubicBezTo>
                <a:cubicBezTo>
                  <a:pt x="9640" y="1130"/>
                  <a:pt x="9696" y="883"/>
                  <a:pt x="9589" y="883"/>
                </a:cubicBezTo>
                <a:cubicBezTo>
                  <a:pt x="9560" y="883"/>
                  <a:pt x="9523" y="795"/>
                  <a:pt x="9508" y="688"/>
                </a:cubicBezTo>
                <a:cubicBezTo>
                  <a:pt x="9492" y="582"/>
                  <a:pt x="9455" y="496"/>
                  <a:pt x="9425" y="496"/>
                </a:cubicBezTo>
                <a:close/>
                <a:moveTo>
                  <a:pt x="10543" y="496"/>
                </a:moveTo>
                <a:cubicBezTo>
                  <a:pt x="10467" y="496"/>
                  <a:pt x="10444" y="613"/>
                  <a:pt x="10476" y="834"/>
                </a:cubicBezTo>
                <a:cubicBezTo>
                  <a:pt x="10510" y="1069"/>
                  <a:pt x="10480" y="1330"/>
                  <a:pt x="10441" y="1142"/>
                </a:cubicBezTo>
                <a:cubicBezTo>
                  <a:pt x="10418" y="1034"/>
                  <a:pt x="10402" y="1070"/>
                  <a:pt x="10377" y="1282"/>
                </a:cubicBezTo>
                <a:cubicBezTo>
                  <a:pt x="10332" y="1653"/>
                  <a:pt x="10352" y="1905"/>
                  <a:pt x="10424" y="1877"/>
                </a:cubicBezTo>
                <a:cubicBezTo>
                  <a:pt x="10473" y="1858"/>
                  <a:pt x="10485" y="1923"/>
                  <a:pt x="10498" y="2280"/>
                </a:cubicBezTo>
                <a:cubicBezTo>
                  <a:pt x="10511" y="2620"/>
                  <a:pt x="10505" y="2730"/>
                  <a:pt x="10472" y="2835"/>
                </a:cubicBezTo>
                <a:cubicBezTo>
                  <a:pt x="10448" y="2906"/>
                  <a:pt x="10429" y="3025"/>
                  <a:pt x="10429" y="3102"/>
                </a:cubicBezTo>
                <a:cubicBezTo>
                  <a:pt x="10429" y="3191"/>
                  <a:pt x="10451" y="3206"/>
                  <a:pt x="10491" y="3144"/>
                </a:cubicBezTo>
                <a:cubicBezTo>
                  <a:pt x="10525" y="3091"/>
                  <a:pt x="10587" y="3012"/>
                  <a:pt x="10630" y="2968"/>
                </a:cubicBezTo>
                <a:cubicBezTo>
                  <a:pt x="10719" y="2876"/>
                  <a:pt x="10747" y="2606"/>
                  <a:pt x="10673" y="2545"/>
                </a:cubicBezTo>
                <a:cubicBezTo>
                  <a:pt x="10571" y="2460"/>
                  <a:pt x="10640" y="1273"/>
                  <a:pt x="10747" y="1273"/>
                </a:cubicBezTo>
                <a:cubicBezTo>
                  <a:pt x="10770" y="1273"/>
                  <a:pt x="10789" y="1220"/>
                  <a:pt x="10789" y="1158"/>
                </a:cubicBezTo>
                <a:cubicBezTo>
                  <a:pt x="10789" y="940"/>
                  <a:pt x="10730" y="765"/>
                  <a:pt x="10681" y="838"/>
                </a:cubicBezTo>
                <a:cubicBezTo>
                  <a:pt x="10648" y="888"/>
                  <a:pt x="10627" y="845"/>
                  <a:pt x="10618" y="704"/>
                </a:cubicBezTo>
                <a:cubicBezTo>
                  <a:pt x="10610" y="583"/>
                  <a:pt x="10578" y="496"/>
                  <a:pt x="10543" y="496"/>
                </a:cubicBezTo>
                <a:close/>
                <a:moveTo>
                  <a:pt x="11024" y="496"/>
                </a:moveTo>
                <a:cubicBezTo>
                  <a:pt x="10978" y="496"/>
                  <a:pt x="10946" y="920"/>
                  <a:pt x="10946" y="1535"/>
                </a:cubicBezTo>
                <a:cubicBezTo>
                  <a:pt x="10946" y="1964"/>
                  <a:pt x="10937" y="2086"/>
                  <a:pt x="10901" y="2140"/>
                </a:cubicBezTo>
                <a:cubicBezTo>
                  <a:pt x="10849" y="2218"/>
                  <a:pt x="10845" y="2339"/>
                  <a:pt x="10883" y="2687"/>
                </a:cubicBezTo>
                <a:cubicBezTo>
                  <a:pt x="10907" y="2911"/>
                  <a:pt x="10912" y="2915"/>
                  <a:pt x="10936" y="2727"/>
                </a:cubicBezTo>
                <a:cubicBezTo>
                  <a:pt x="10960" y="2541"/>
                  <a:pt x="10966" y="2548"/>
                  <a:pt x="10989" y="2800"/>
                </a:cubicBezTo>
                <a:cubicBezTo>
                  <a:pt x="11022" y="3156"/>
                  <a:pt x="11027" y="3154"/>
                  <a:pt x="11120" y="2745"/>
                </a:cubicBezTo>
                <a:lnTo>
                  <a:pt x="11197" y="2407"/>
                </a:lnTo>
                <a:lnTo>
                  <a:pt x="11241" y="2681"/>
                </a:lnTo>
                <a:cubicBezTo>
                  <a:pt x="11298" y="3035"/>
                  <a:pt x="11373" y="3043"/>
                  <a:pt x="11373" y="2695"/>
                </a:cubicBezTo>
                <a:cubicBezTo>
                  <a:pt x="11373" y="2411"/>
                  <a:pt x="11340" y="2350"/>
                  <a:pt x="11315" y="2585"/>
                </a:cubicBezTo>
                <a:cubicBezTo>
                  <a:pt x="11304" y="2689"/>
                  <a:pt x="11290" y="2663"/>
                  <a:pt x="11269" y="2500"/>
                </a:cubicBezTo>
                <a:cubicBezTo>
                  <a:pt x="11236" y="2243"/>
                  <a:pt x="11249" y="1713"/>
                  <a:pt x="11296" y="1401"/>
                </a:cubicBezTo>
                <a:cubicBezTo>
                  <a:pt x="11335" y="1142"/>
                  <a:pt x="11288" y="755"/>
                  <a:pt x="11218" y="755"/>
                </a:cubicBezTo>
                <a:cubicBezTo>
                  <a:pt x="11180" y="755"/>
                  <a:pt x="11169" y="820"/>
                  <a:pt x="11175" y="1030"/>
                </a:cubicBezTo>
                <a:cubicBezTo>
                  <a:pt x="11179" y="1190"/>
                  <a:pt x="11165" y="1367"/>
                  <a:pt x="11141" y="1452"/>
                </a:cubicBezTo>
                <a:cubicBezTo>
                  <a:pt x="11109" y="1568"/>
                  <a:pt x="11095" y="1548"/>
                  <a:pt x="11069" y="1348"/>
                </a:cubicBezTo>
                <a:cubicBezTo>
                  <a:pt x="11046" y="1169"/>
                  <a:pt x="11043" y="1052"/>
                  <a:pt x="11061" y="931"/>
                </a:cubicBezTo>
                <a:cubicBezTo>
                  <a:pt x="11089" y="735"/>
                  <a:pt x="11069" y="496"/>
                  <a:pt x="11024" y="496"/>
                </a:cubicBezTo>
                <a:close/>
                <a:moveTo>
                  <a:pt x="12192" y="617"/>
                </a:moveTo>
                <a:cubicBezTo>
                  <a:pt x="12173" y="637"/>
                  <a:pt x="12159" y="781"/>
                  <a:pt x="12164" y="1039"/>
                </a:cubicBezTo>
                <a:cubicBezTo>
                  <a:pt x="12170" y="1407"/>
                  <a:pt x="12163" y="1466"/>
                  <a:pt x="12098" y="1575"/>
                </a:cubicBezTo>
                <a:cubicBezTo>
                  <a:pt x="12013" y="1718"/>
                  <a:pt x="12003" y="1882"/>
                  <a:pt x="12076" y="1942"/>
                </a:cubicBezTo>
                <a:cubicBezTo>
                  <a:pt x="12147" y="2000"/>
                  <a:pt x="12138" y="2333"/>
                  <a:pt x="12059" y="2563"/>
                </a:cubicBezTo>
                <a:lnTo>
                  <a:pt x="11991" y="2758"/>
                </a:lnTo>
                <a:lnTo>
                  <a:pt x="12057" y="2802"/>
                </a:lnTo>
                <a:cubicBezTo>
                  <a:pt x="12105" y="2834"/>
                  <a:pt x="12134" y="2765"/>
                  <a:pt x="12164" y="2545"/>
                </a:cubicBezTo>
                <a:lnTo>
                  <a:pt x="12206" y="2241"/>
                </a:lnTo>
                <a:lnTo>
                  <a:pt x="12256" y="2590"/>
                </a:lnTo>
                <a:cubicBezTo>
                  <a:pt x="12294" y="2856"/>
                  <a:pt x="12327" y="2940"/>
                  <a:pt x="12395" y="2946"/>
                </a:cubicBezTo>
                <a:lnTo>
                  <a:pt x="12483" y="2954"/>
                </a:lnTo>
                <a:lnTo>
                  <a:pt x="12367" y="2482"/>
                </a:lnTo>
                <a:cubicBezTo>
                  <a:pt x="12241" y="1973"/>
                  <a:pt x="12224" y="1802"/>
                  <a:pt x="12294" y="1697"/>
                </a:cubicBezTo>
                <a:cubicBezTo>
                  <a:pt x="12347" y="1618"/>
                  <a:pt x="12356" y="1273"/>
                  <a:pt x="12305" y="1273"/>
                </a:cubicBezTo>
                <a:cubicBezTo>
                  <a:pt x="12287" y="1273"/>
                  <a:pt x="12261" y="1125"/>
                  <a:pt x="12250" y="947"/>
                </a:cubicBezTo>
                <a:cubicBezTo>
                  <a:pt x="12233" y="702"/>
                  <a:pt x="12210" y="598"/>
                  <a:pt x="12192" y="617"/>
                </a:cubicBezTo>
                <a:close/>
                <a:moveTo>
                  <a:pt x="8969" y="626"/>
                </a:moveTo>
                <a:cubicBezTo>
                  <a:pt x="8934" y="626"/>
                  <a:pt x="8925" y="708"/>
                  <a:pt x="8927" y="1045"/>
                </a:cubicBezTo>
                <a:cubicBezTo>
                  <a:pt x="8929" y="1276"/>
                  <a:pt x="8923" y="1652"/>
                  <a:pt x="8914" y="1879"/>
                </a:cubicBezTo>
                <a:cubicBezTo>
                  <a:pt x="8904" y="2121"/>
                  <a:pt x="8908" y="2405"/>
                  <a:pt x="8923" y="2565"/>
                </a:cubicBezTo>
                <a:cubicBezTo>
                  <a:pt x="8943" y="2782"/>
                  <a:pt x="8966" y="2829"/>
                  <a:pt x="9032" y="2798"/>
                </a:cubicBezTo>
                <a:cubicBezTo>
                  <a:pt x="9131" y="2750"/>
                  <a:pt x="9141" y="2529"/>
                  <a:pt x="9047" y="2436"/>
                </a:cubicBezTo>
                <a:cubicBezTo>
                  <a:pt x="8955" y="2344"/>
                  <a:pt x="8951" y="1807"/>
                  <a:pt x="9041" y="1559"/>
                </a:cubicBezTo>
                <a:cubicBezTo>
                  <a:pt x="9114" y="1357"/>
                  <a:pt x="9120" y="1199"/>
                  <a:pt x="9058" y="1105"/>
                </a:cubicBezTo>
                <a:cubicBezTo>
                  <a:pt x="9033" y="1068"/>
                  <a:pt x="9013" y="945"/>
                  <a:pt x="9013" y="832"/>
                </a:cubicBezTo>
                <a:cubicBezTo>
                  <a:pt x="9013" y="713"/>
                  <a:pt x="8995" y="626"/>
                  <a:pt x="8969" y="626"/>
                </a:cubicBezTo>
                <a:close/>
                <a:moveTo>
                  <a:pt x="9920" y="630"/>
                </a:moveTo>
                <a:cubicBezTo>
                  <a:pt x="9860" y="635"/>
                  <a:pt x="9793" y="1209"/>
                  <a:pt x="9819" y="1496"/>
                </a:cubicBezTo>
                <a:cubicBezTo>
                  <a:pt x="9845" y="1788"/>
                  <a:pt x="9812" y="2308"/>
                  <a:pt x="9767" y="2308"/>
                </a:cubicBezTo>
                <a:cubicBezTo>
                  <a:pt x="9748" y="2308"/>
                  <a:pt x="9733" y="2380"/>
                  <a:pt x="9733" y="2470"/>
                </a:cubicBezTo>
                <a:cubicBezTo>
                  <a:pt x="9733" y="2698"/>
                  <a:pt x="9814" y="2965"/>
                  <a:pt x="9855" y="2873"/>
                </a:cubicBezTo>
                <a:cubicBezTo>
                  <a:pt x="9874" y="2830"/>
                  <a:pt x="9895" y="2880"/>
                  <a:pt x="9902" y="2988"/>
                </a:cubicBezTo>
                <a:cubicBezTo>
                  <a:pt x="9920" y="3254"/>
                  <a:pt x="10014" y="2995"/>
                  <a:pt x="10046" y="2592"/>
                </a:cubicBezTo>
                <a:cubicBezTo>
                  <a:pt x="10071" y="2281"/>
                  <a:pt x="10115" y="2313"/>
                  <a:pt x="10115" y="2642"/>
                </a:cubicBezTo>
                <a:cubicBezTo>
                  <a:pt x="10115" y="2871"/>
                  <a:pt x="10211" y="3145"/>
                  <a:pt x="10257" y="3045"/>
                </a:cubicBezTo>
                <a:cubicBezTo>
                  <a:pt x="10277" y="2999"/>
                  <a:pt x="10285" y="2858"/>
                  <a:pt x="10278" y="2648"/>
                </a:cubicBezTo>
                <a:cubicBezTo>
                  <a:pt x="10269" y="2366"/>
                  <a:pt x="10262" y="2343"/>
                  <a:pt x="10225" y="2474"/>
                </a:cubicBezTo>
                <a:cubicBezTo>
                  <a:pt x="10162" y="2701"/>
                  <a:pt x="10130" y="2444"/>
                  <a:pt x="10149" y="1861"/>
                </a:cubicBezTo>
                <a:cubicBezTo>
                  <a:pt x="10158" y="1597"/>
                  <a:pt x="10178" y="1351"/>
                  <a:pt x="10194" y="1316"/>
                </a:cubicBezTo>
                <a:cubicBezTo>
                  <a:pt x="10216" y="1268"/>
                  <a:pt x="10212" y="1189"/>
                  <a:pt x="10180" y="1004"/>
                </a:cubicBezTo>
                <a:cubicBezTo>
                  <a:pt x="10126" y="694"/>
                  <a:pt x="10073" y="685"/>
                  <a:pt x="10054" y="982"/>
                </a:cubicBezTo>
                <a:cubicBezTo>
                  <a:pt x="10046" y="1106"/>
                  <a:pt x="10030" y="1281"/>
                  <a:pt x="10018" y="1371"/>
                </a:cubicBezTo>
                <a:cubicBezTo>
                  <a:pt x="9984" y="1629"/>
                  <a:pt x="9932" y="1308"/>
                  <a:pt x="9949" y="933"/>
                </a:cubicBezTo>
                <a:cubicBezTo>
                  <a:pt x="9959" y="690"/>
                  <a:pt x="9953" y="626"/>
                  <a:pt x="9920" y="630"/>
                </a:cubicBezTo>
                <a:close/>
                <a:moveTo>
                  <a:pt x="11745" y="632"/>
                </a:moveTo>
                <a:cubicBezTo>
                  <a:pt x="11723" y="637"/>
                  <a:pt x="11688" y="680"/>
                  <a:pt x="11638" y="761"/>
                </a:cubicBezTo>
                <a:cubicBezTo>
                  <a:pt x="11554" y="895"/>
                  <a:pt x="11554" y="896"/>
                  <a:pt x="11590" y="1219"/>
                </a:cubicBezTo>
                <a:cubicBezTo>
                  <a:pt x="11626" y="1529"/>
                  <a:pt x="11625" y="1546"/>
                  <a:pt x="11579" y="1616"/>
                </a:cubicBezTo>
                <a:cubicBezTo>
                  <a:pt x="11524" y="1698"/>
                  <a:pt x="11519" y="1799"/>
                  <a:pt x="11557" y="2017"/>
                </a:cubicBezTo>
                <a:cubicBezTo>
                  <a:pt x="11587" y="2194"/>
                  <a:pt x="11545" y="2567"/>
                  <a:pt x="11494" y="2567"/>
                </a:cubicBezTo>
                <a:cubicBezTo>
                  <a:pt x="11477" y="2567"/>
                  <a:pt x="11463" y="2630"/>
                  <a:pt x="11463" y="2709"/>
                </a:cubicBezTo>
                <a:cubicBezTo>
                  <a:pt x="11463" y="2896"/>
                  <a:pt x="11574" y="2741"/>
                  <a:pt x="11623" y="2484"/>
                </a:cubicBezTo>
                <a:cubicBezTo>
                  <a:pt x="11656" y="2315"/>
                  <a:pt x="11667" y="2330"/>
                  <a:pt x="11725" y="2620"/>
                </a:cubicBezTo>
                <a:cubicBezTo>
                  <a:pt x="11763" y="2814"/>
                  <a:pt x="11817" y="2948"/>
                  <a:pt x="11858" y="2950"/>
                </a:cubicBezTo>
                <a:cubicBezTo>
                  <a:pt x="11962" y="2956"/>
                  <a:pt x="11968" y="2810"/>
                  <a:pt x="11873" y="2559"/>
                </a:cubicBezTo>
                <a:cubicBezTo>
                  <a:pt x="11827" y="2436"/>
                  <a:pt x="11769" y="2240"/>
                  <a:pt x="11744" y="2124"/>
                </a:cubicBezTo>
                <a:cubicBezTo>
                  <a:pt x="11699" y="1913"/>
                  <a:pt x="11699" y="1909"/>
                  <a:pt x="11750" y="1703"/>
                </a:cubicBezTo>
                <a:cubicBezTo>
                  <a:pt x="11798" y="1508"/>
                  <a:pt x="11798" y="1487"/>
                  <a:pt x="11761" y="1328"/>
                </a:cubicBezTo>
                <a:cubicBezTo>
                  <a:pt x="11729" y="1193"/>
                  <a:pt x="11727" y="1127"/>
                  <a:pt x="11750" y="996"/>
                </a:cubicBezTo>
                <a:cubicBezTo>
                  <a:pt x="11765" y="906"/>
                  <a:pt x="11778" y="786"/>
                  <a:pt x="11778" y="729"/>
                </a:cubicBezTo>
                <a:cubicBezTo>
                  <a:pt x="11778" y="660"/>
                  <a:pt x="11768" y="626"/>
                  <a:pt x="11745" y="632"/>
                </a:cubicBezTo>
                <a:close/>
                <a:moveTo>
                  <a:pt x="8729" y="883"/>
                </a:moveTo>
                <a:cubicBezTo>
                  <a:pt x="8680" y="883"/>
                  <a:pt x="8673" y="930"/>
                  <a:pt x="8684" y="1176"/>
                </a:cubicBezTo>
                <a:cubicBezTo>
                  <a:pt x="8694" y="1385"/>
                  <a:pt x="8683" y="1529"/>
                  <a:pt x="8648" y="1686"/>
                </a:cubicBezTo>
                <a:cubicBezTo>
                  <a:pt x="8599" y="1901"/>
                  <a:pt x="8599" y="1912"/>
                  <a:pt x="8640" y="2089"/>
                </a:cubicBezTo>
                <a:cubicBezTo>
                  <a:pt x="8694" y="2318"/>
                  <a:pt x="8675" y="2656"/>
                  <a:pt x="8598" y="2824"/>
                </a:cubicBezTo>
                <a:cubicBezTo>
                  <a:pt x="8542" y="2948"/>
                  <a:pt x="8528" y="3091"/>
                  <a:pt x="8556" y="3256"/>
                </a:cubicBezTo>
                <a:cubicBezTo>
                  <a:pt x="8619" y="3619"/>
                  <a:pt x="8760" y="2908"/>
                  <a:pt x="8801" y="2023"/>
                </a:cubicBezTo>
                <a:cubicBezTo>
                  <a:pt x="8837" y="1233"/>
                  <a:pt x="8815" y="883"/>
                  <a:pt x="8729" y="883"/>
                </a:cubicBezTo>
                <a:close/>
                <a:moveTo>
                  <a:pt x="20633" y="2859"/>
                </a:moveTo>
                <a:lnTo>
                  <a:pt x="19998" y="3422"/>
                </a:lnTo>
                <a:cubicBezTo>
                  <a:pt x="19649" y="3731"/>
                  <a:pt x="19196" y="4134"/>
                  <a:pt x="18992" y="4317"/>
                </a:cubicBezTo>
                <a:cubicBezTo>
                  <a:pt x="18788" y="4500"/>
                  <a:pt x="18460" y="4792"/>
                  <a:pt x="18262" y="4967"/>
                </a:cubicBezTo>
                <a:cubicBezTo>
                  <a:pt x="17838" y="5341"/>
                  <a:pt x="17629" y="5535"/>
                  <a:pt x="17560" y="5617"/>
                </a:cubicBezTo>
                <a:cubicBezTo>
                  <a:pt x="17515" y="5669"/>
                  <a:pt x="17509" y="5759"/>
                  <a:pt x="17509" y="6315"/>
                </a:cubicBezTo>
                <a:cubicBezTo>
                  <a:pt x="17509" y="6665"/>
                  <a:pt x="17501" y="6973"/>
                  <a:pt x="17492" y="7002"/>
                </a:cubicBezTo>
                <a:cubicBezTo>
                  <a:pt x="17483" y="7030"/>
                  <a:pt x="17318" y="6951"/>
                  <a:pt x="17127" y="6823"/>
                </a:cubicBezTo>
                <a:cubicBezTo>
                  <a:pt x="16675" y="6522"/>
                  <a:pt x="16557" y="6525"/>
                  <a:pt x="16273" y="6840"/>
                </a:cubicBezTo>
                <a:cubicBezTo>
                  <a:pt x="16143" y="6983"/>
                  <a:pt x="15799" y="7330"/>
                  <a:pt x="15509" y="7613"/>
                </a:cubicBezTo>
                <a:cubicBezTo>
                  <a:pt x="14731" y="8371"/>
                  <a:pt x="14395" y="8727"/>
                  <a:pt x="14369" y="8820"/>
                </a:cubicBezTo>
                <a:cubicBezTo>
                  <a:pt x="14355" y="8868"/>
                  <a:pt x="14339" y="9917"/>
                  <a:pt x="14329" y="11363"/>
                </a:cubicBezTo>
                <a:cubicBezTo>
                  <a:pt x="14320" y="12717"/>
                  <a:pt x="14303" y="13859"/>
                  <a:pt x="14292" y="13900"/>
                </a:cubicBezTo>
                <a:cubicBezTo>
                  <a:pt x="14281" y="13941"/>
                  <a:pt x="14260" y="13792"/>
                  <a:pt x="14247" y="13572"/>
                </a:cubicBezTo>
                <a:cubicBezTo>
                  <a:pt x="14231" y="13313"/>
                  <a:pt x="14210" y="13185"/>
                  <a:pt x="14186" y="13207"/>
                </a:cubicBezTo>
                <a:cubicBezTo>
                  <a:pt x="14161" y="13231"/>
                  <a:pt x="14147" y="13134"/>
                  <a:pt x="14142" y="12900"/>
                </a:cubicBezTo>
                <a:cubicBezTo>
                  <a:pt x="14138" y="12711"/>
                  <a:pt x="14115" y="12454"/>
                  <a:pt x="14091" y="12329"/>
                </a:cubicBezTo>
                <a:cubicBezTo>
                  <a:pt x="14067" y="12204"/>
                  <a:pt x="14048" y="11994"/>
                  <a:pt x="14048" y="11863"/>
                </a:cubicBezTo>
                <a:cubicBezTo>
                  <a:pt x="14048" y="11389"/>
                  <a:pt x="13967" y="11594"/>
                  <a:pt x="13935" y="12148"/>
                </a:cubicBezTo>
                <a:cubicBezTo>
                  <a:pt x="13919" y="12437"/>
                  <a:pt x="13889" y="12724"/>
                  <a:pt x="13869" y="12786"/>
                </a:cubicBezTo>
                <a:cubicBezTo>
                  <a:pt x="13846" y="12863"/>
                  <a:pt x="13834" y="13087"/>
                  <a:pt x="13834" y="13461"/>
                </a:cubicBezTo>
                <a:cubicBezTo>
                  <a:pt x="13834" y="13913"/>
                  <a:pt x="13826" y="14016"/>
                  <a:pt x="13795" y="14001"/>
                </a:cubicBezTo>
                <a:cubicBezTo>
                  <a:pt x="13749" y="13980"/>
                  <a:pt x="13747" y="14015"/>
                  <a:pt x="13779" y="14353"/>
                </a:cubicBezTo>
                <a:cubicBezTo>
                  <a:pt x="13798" y="14564"/>
                  <a:pt x="13793" y="14625"/>
                  <a:pt x="13745" y="14730"/>
                </a:cubicBezTo>
                <a:cubicBezTo>
                  <a:pt x="13687" y="14857"/>
                  <a:pt x="13667" y="15285"/>
                  <a:pt x="13711" y="15443"/>
                </a:cubicBezTo>
                <a:cubicBezTo>
                  <a:pt x="13754" y="15595"/>
                  <a:pt x="13708" y="15767"/>
                  <a:pt x="13624" y="15767"/>
                </a:cubicBezTo>
                <a:cubicBezTo>
                  <a:pt x="13578" y="15767"/>
                  <a:pt x="13528" y="15837"/>
                  <a:pt x="13513" y="15923"/>
                </a:cubicBezTo>
                <a:cubicBezTo>
                  <a:pt x="13441" y="16334"/>
                  <a:pt x="13433" y="15834"/>
                  <a:pt x="13423" y="10559"/>
                </a:cubicBezTo>
                <a:lnTo>
                  <a:pt x="13413" y="5347"/>
                </a:lnTo>
                <a:lnTo>
                  <a:pt x="13483" y="4969"/>
                </a:lnTo>
                <a:cubicBezTo>
                  <a:pt x="13525" y="4742"/>
                  <a:pt x="13554" y="4457"/>
                  <a:pt x="13554" y="4266"/>
                </a:cubicBezTo>
                <a:lnTo>
                  <a:pt x="13554" y="3946"/>
                </a:lnTo>
                <a:lnTo>
                  <a:pt x="12032" y="4033"/>
                </a:lnTo>
                <a:cubicBezTo>
                  <a:pt x="11196" y="4080"/>
                  <a:pt x="9916" y="4120"/>
                  <a:pt x="9187" y="4120"/>
                </a:cubicBezTo>
                <a:lnTo>
                  <a:pt x="7861" y="4120"/>
                </a:lnTo>
                <a:lnTo>
                  <a:pt x="7988" y="4948"/>
                </a:lnTo>
                <a:lnTo>
                  <a:pt x="8114" y="5777"/>
                </a:lnTo>
                <a:lnTo>
                  <a:pt x="8114" y="10828"/>
                </a:lnTo>
                <a:cubicBezTo>
                  <a:pt x="8114" y="13607"/>
                  <a:pt x="8106" y="15911"/>
                  <a:pt x="8095" y="15949"/>
                </a:cubicBezTo>
                <a:cubicBezTo>
                  <a:pt x="8084" y="15987"/>
                  <a:pt x="8057" y="15903"/>
                  <a:pt x="8035" y="15763"/>
                </a:cubicBezTo>
                <a:cubicBezTo>
                  <a:pt x="8013" y="15622"/>
                  <a:pt x="8004" y="15508"/>
                  <a:pt x="8014" y="15508"/>
                </a:cubicBezTo>
                <a:cubicBezTo>
                  <a:pt x="8051" y="15508"/>
                  <a:pt x="7945" y="15127"/>
                  <a:pt x="7908" y="15123"/>
                </a:cubicBezTo>
                <a:cubicBezTo>
                  <a:pt x="7857" y="15117"/>
                  <a:pt x="7833" y="14875"/>
                  <a:pt x="7865" y="14694"/>
                </a:cubicBezTo>
                <a:cubicBezTo>
                  <a:pt x="7901" y="14485"/>
                  <a:pt x="7896" y="14170"/>
                  <a:pt x="7857" y="14254"/>
                </a:cubicBezTo>
                <a:cubicBezTo>
                  <a:pt x="7812" y="14355"/>
                  <a:pt x="7773" y="14032"/>
                  <a:pt x="7779" y="13604"/>
                </a:cubicBezTo>
                <a:cubicBezTo>
                  <a:pt x="7788" y="12899"/>
                  <a:pt x="7780" y="12765"/>
                  <a:pt x="7732" y="12853"/>
                </a:cubicBezTo>
                <a:cubicBezTo>
                  <a:pt x="7698" y="12915"/>
                  <a:pt x="7682" y="12860"/>
                  <a:pt x="7667" y="12632"/>
                </a:cubicBezTo>
                <a:cubicBezTo>
                  <a:pt x="7656" y="12465"/>
                  <a:pt x="7624" y="12047"/>
                  <a:pt x="7596" y="11703"/>
                </a:cubicBezTo>
                <a:lnTo>
                  <a:pt x="7545" y="11079"/>
                </a:lnTo>
                <a:lnTo>
                  <a:pt x="7503" y="11383"/>
                </a:lnTo>
                <a:cubicBezTo>
                  <a:pt x="7479" y="11551"/>
                  <a:pt x="7450" y="11829"/>
                  <a:pt x="7438" y="11999"/>
                </a:cubicBezTo>
                <a:cubicBezTo>
                  <a:pt x="7426" y="12169"/>
                  <a:pt x="7410" y="12269"/>
                  <a:pt x="7402" y="12223"/>
                </a:cubicBezTo>
                <a:cubicBezTo>
                  <a:pt x="7394" y="12178"/>
                  <a:pt x="7370" y="12235"/>
                  <a:pt x="7348" y="12347"/>
                </a:cubicBezTo>
                <a:cubicBezTo>
                  <a:pt x="7326" y="12462"/>
                  <a:pt x="7281" y="12531"/>
                  <a:pt x="7245" y="12507"/>
                </a:cubicBezTo>
                <a:lnTo>
                  <a:pt x="7182" y="12466"/>
                </a:lnTo>
                <a:lnTo>
                  <a:pt x="7164" y="11049"/>
                </a:lnTo>
                <a:cubicBezTo>
                  <a:pt x="7155" y="10270"/>
                  <a:pt x="7144" y="9626"/>
                  <a:pt x="7141" y="9616"/>
                </a:cubicBezTo>
                <a:cubicBezTo>
                  <a:pt x="7125" y="9551"/>
                  <a:pt x="5699" y="6535"/>
                  <a:pt x="5258" y="5633"/>
                </a:cubicBezTo>
                <a:lnTo>
                  <a:pt x="4729" y="4550"/>
                </a:lnTo>
                <a:lnTo>
                  <a:pt x="4396" y="4819"/>
                </a:lnTo>
                <a:cubicBezTo>
                  <a:pt x="4104" y="5056"/>
                  <a:pt x="4061" y="5122"/>
                  <a:pt x="4046" y="5353"/>
                </a:cubicBezTo>
                <a:cubicBezTo>
                  <a:pt x="4030" y="5598"/>
                  <a:pt x="3977" y="5654"/>
                  <a:pt x="3350" y="6058"/>
                </a:cubicBezTo>
                <a:cubicBezTo>
                  <a:pt x="2787" y="6422"/>
                  <a:pt x="2649" y="6473"/>
                  <a:pt x="2535" y="6364"/>
                </a:cubicBezTo>
                <a:cubicBezTo>
                  <a:pt x="2370" y="6207"/>
                  <a:pt x="2062" y="6472"/>
                  <a:pt x="1990" y="6833"/>
                </a:cubicBezTo>
                <a:cubicBezTo>
                  <a:pt x="1922" y="7176"/>
                  <a:pt x="1228" y="7707"/>
                  <a:pt x="1078" y="7530"/>
                </a:cubicBezTo>
                <a:cubicBezTo>
                  <a:pt x="929" y="7354"/>
                  <a:pt x="705" y="7553"/>
                  <a:pt x="691" y="7874"/>
                </a:cubicBezTo>
                <a:cubicBezTo>
                  <a:pt x="680" y="8099"/>
                  <a:pt x="648" y="8163"/>
                  <a:pt x="456" y="8330"/>
                </a:cubicBezTo>
                <a:lnTo>
                  <a:pt x="360" y="8413"/>
                </a:lnTo>
                <a:lnTo>
                  <a:pt x="359" y="9209"/>
                </a:lnTo>
                <a:cubicBezTo>
                  <a:pt x="359" y="9647"/>
                  <a:pt x="350" y="11314"/>
                  <a:pt x="340" y="12910"/>
                </a:cubicBezTo>
                <a:cubicBezTo>
                  <a:pt x="323" y="15460"/>
                  <a:pt x="316" y="15830"/>
                  <a:pt x="281" y="15977"/>
                </a:cubicBezTo>
                <a:cubicBezTo>
                  <a:pt x="228" y="16202"/>
                  <a:pt x="200" y="16078"/>
                  <a:pt x="217" y="15692"/>
                </a:cubicBezTo>
                <a:cubicBezTo>
                  <a:pt x="230" y="15377"/>
                  <a:pt x="197" y="15250"/>
                  <a:pt x="169" y="15510"/>
                </a:cubicBezTo>
                <a:cubicBezTo>
                  <a:pt x="161" y="15582"/>
                  <a:pt x="145" y="15605"/>
                  <a:pt x="133" y="15562"/>
                </a:cubicBezTo>
                <a:cubicBezTo>
                  <a:pt x="112" y="15487"/>
                  <a:pt x="118" y="14999"/>
                  <a:pt x="144" y="14600"/>
                </a:cubicBezTo>
                <a:cubicBezTo>
                  <a:pt x="153" y="14470"/>
                  <a:pt x="133" y="14341"/>
                  <a:pt x="85" y="14204"/>
                </a:cubicBezTo>
                <a:cubicBezTo>
                  <a:pt x="39" y="14076"/>
                  <a:pt x="19" y="13962"/>
                  <a:pt x="0" y="13643"/>
                </a:cubicBezTo>
                <a:lnTo>
                  <a:pt x="0" y="21590"/>
                </a:lnTo>
                <a:lnTo>
                  <a:pt x="10800" y="21590"/>
                </a:lnTo>
                <a:lnTo>
                  <a:pt x="21600" y="21590"/>
                </a:lnTo>
                <a:lnTo>
                  <a:pt x="21600" y="3841"/>
                </a:lnTo>
                <a:cubicBezTo>
                  <a:pt x="21529" y="3750"/>
                  <a:pt x="21367" y="3572"/>
                  <a:pt x="21142" y="3353"/>
                </a:cubicBezTo>
                <a:lnTo>
                  <a:pt x="20633" y="2859"/>
                </a:lnTo>
                <a:close/>
                <a:moveTo>
                  <a:pt x="9274" y="2954"/>
                </a:moveTo>
                <a:cubicBezTo>
                  <a:pt x="9254" y="2954"/>
                  <a:pt x="9238" y="3046"/>
                  <a:pt x="9238" y="3159"/>
                </a:cubicBezTo>
                <a:cubicBezTo>
                  <a:pt x="9238" y="3387"/>
                  <a:pt x="9286" y="3348"/>
                  <a:pt x="9300" y="3108"/>
                </a:cubicBezTo>
                <a:cubicBezTo>
                  <a:pt x="9305" y="3023"/>
                  <a:pt x="9293" y="2954"/>
                  <a:pt x="9274" y="2954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155" name="第三十三届“冯如杯”竞赛主赛道论文组参赛作品院审答辩"/>
          <p:cNvSpPr/>
          <p:nvPr/>
        </p:nvSpPr>
        <p:spPr>
          <a:xfrm>
            <a:off x="6096000" y="2056173"/>
            <a:ext cx="575651" cy="396875"/>
          </a:xfrm>
          <a:prstGeom prst="lin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>
              <a:defRPr sz="4500"/>
            </a:lvl1pPr>
          </a:lstStyle>
          <a:p>
            <a:endParaRPr sz="2250" dirty="0"/>
          </a:p>
        </p:txBody>
      </p:sp>
      <p:sp>
        <p:nvSpPr>
          <p:cNvPr id="2" name="矩形 1"/>
          <p:cNvSpPr/>
          <p:nvPr/>
        </p:nvSpPr>
        <p:spPr>
          <a:xfrm>
            <a:off x="2823146" y="412163"/>
            <a:ext cx="7399953" cy="29654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958" y="310929"/>
            <a:ext cx="2675965" cy="620782"/>
          </a:xfrm>
          <a:prstGeom prst="rect">
            <a:avLst/>
          </a:prstGeom>
        </p:spPr>
      </p:pic>
      <p:sp>
        <p:nvSpPr>
          <p:cNvPr id="5" name="新型反钙钛矿结构近零热膨胀材料设计与制备"/>
          <p:cNvSpPr txBox="1"/>
          <p:nvPr>
            <p:custDataLst>
              <p:tags r:id="rId4"/>
            </p:custDataLst>
          </p:nvPr>
        </p:nvSpPr>
        <p:spPr>
          <a:xfrm>
            <a:off x="1481455" y="2039938"/>
            <a:ext cx="8976360" cy="1589405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9000" b="1">
                <a:solidFill>
                  <a:srgbClr val="2C66B1"/>
                </a:solidFill>
              </a:defRPr>
            </a:lvl1pPr>
          </a:lstStyle>
          <a:p>
            <a:pPr algn="ctr"/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 5.1</a:t>
            </a:r>
            <a:endParaRPr lang="en-US" altLang="zh-CN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用户端</a:t>
            </a:r>
            <a:r>
              <a:rPr lang="zh-CN" altLang="en-US" sz="32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32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用户端注册、登录、找回密码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推荐搜索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外卖下单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非外卖下单核销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defRPr/>
            </a:pP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评价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客服 + 举报投诉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用户中心 + 优惠券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AI </a:t>
            </a: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助手小爱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" descr="Picture 1"/>
          <p:cNvPicPr>
            <a:picLocks noChangeAspect="1"/>
          </p:cNvPicPr>
          <p:nvPr/>
        </p:nvPicPr>
        <p:blipFill>
          <a:blip r:embed="rId1"/>
          <a:srcRect l="3027" t="71036" r="3027"/>
          <a:stretch>
            <a:fillRect/>
          </a:stretch>
        </p:blipFill>
        <p:spPr>
          <a:xfrm>
            <a:off x="-4366" y="4738347"/>
            <a:ext cx="12200732" cy="2115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0" extrusionOk="0">
                <a:moveTo>
                  <a:pt x="12883" y="0"/>
                </a:moveTo>
                <a:cubicBezTo>
                  <a:pt x="12873" y="3"/>
                  <a:pt x="12860" y="35"/>
                  <a:pt x="12846" y="101"/>
                </a:cubicBezTo>
                <a:cubicBezTo>
                  <a:pt x="12827" y="191"/>
                  <a:pt x="12796" y="229"/>
                  <a:pt x="12775" y="184"/>
                </a:cubicBezTo>
                <a:cubicBezTo>
                  <a:pt x="12754" y="137"/>
                  <a:pt x="12728" y="187"/>
                  <a:pt x="12713" y="302"/>
                </a:cubicBezTo>
                <a:cubicBezTo>
                  <a:pt x="12699" y="411"/>
                  <a:pt x="12656" y="514"/>
                  <a:pt x="12618" y="530"/>
                </a:cubicBezTo>
                <a:cubicBezTo>
                  <a:pt x="12554" y="558"/>
                  <a:pt x="12550" y="587"/>
                  <a:pt x="12566" y="909"/>
                </a:cubicBezTo>
                <a:cubicBezTo>
                  <a:pt x="12578" y="1152"/>
                  <a:pt x="12573" y="1303"/>
                  <a:pt x="12551" y="1409"/>
                </a:cubicBezTo>
                <a:cubicBezTo>
                  <a:pt x="12534" y="1493"/>
                  <a:pt x="12519" y="1643"/>
                  <a:pt x="12519" y="1741"/>
                </a:cubicBezTo>
                <a:cubicBezTo>
                  <a:pt x="12519" y="2003"/>
                  <a:pt x="12602" y="2436"/>
                  <a:pt x="12653" y="2436"/>
                </a:cubicBezTo>
                <a:cubicBezTo>
                  <a:pt x="12715" y="2436"/>
                  <a:pt x="12735" y="2699"/>
                  <a:pt x="12679" y="2784"/>
                </a:cubicBezTo>
                <a:cubicBezTo>
                  <a:pt x="12625" y="2865"/>
                  <a:pt x="12620" y="2967"/>
                  <a:pt x="12659" y="3189"/>
                </a:cubicBezTo>
                <a:cubicBezTo>
                  <a:pt x="12716" y="3520"/>
                  <a:pt x="12767" y="3278"/>
                  <a:pt x="12767" y="2673"/>
                </a:cubicBezTo>
                <a:cubicBezTo>
                  <a:pt x="12767" y="2521"/>
                  <a:pt x="12785" y="2384"/>
                  <a:pt x="12812" y="2345"/>
                </a:cubicBezTo>
                <a:cubicBezTo>
                  <a:pt x="12862" y="2268"/>
                  <a:pt x="12868" y="2165"/>
                  <a:pt x="12832" y="1956"/>
                </a:cubicBezTo>
                <a:cubicBezTo>
                  <a:pt x="12796" y="1753"/>
                  <a:pt x="12823" y="1565"/>
                  <a:pt x="12902" y="1466"/>
                </a:cubicBezTo>
                <a:cubicBezTo>
                  <a:pt x="12977" y="1371"/>
                  <a:pt x="12993" y="1142"/>
                  <a:pt x="12925" y="1142"/>
                </a:cubicBezTo>
                <a:cubicBezTo>
                  <a:pt x="12863" y="1142"/>
                  <a:pt x="12854" y="983"/>
                  <a:pt x="12892" y="561"/>
                </a:cubicBezTo>
                <a:cubicBezTo>
                  <a:pt x="12921" y="235"/>
                  <a:pt x="12912" y="-10"/>
                  <a:pt x="12883" y="0"/>
                </a:cubicBezTo>
                <a:close/>
                <a:moveTo>
                  <a:pt x="9425" y="496"/>
                </a:moveTo>
                <a:cubicBezTo>
                  <a:pt x="9381" y="496"/>
                  <a:pt x="9372" y="553"/>
                  <a:pt x="9377" y="779"/>
                </a:cubicBezTo>
                <a:cubicBezTo>
                  <a:pt x="9383" y="1004"/>
                  <a:pt x="9369" y="1092"/>
                  <a:pt x="9311" y="1188"/>
                </a:cubicBezTo>
                <a:cubicBezTo>
                  <a:pt x="9271" y="1256"/>
                  <a:pt x="9238" y="1388"/>
                  <a:pt x="9238" y="1484"/>
                </a:cubicBezTo>
                <a:cubicBezTo>
                  <a:pt x="9238" y="1698"/>
                  <a:pt x="9265" y="1710"/>
                  <a:pt x="9300" y="1512"/>
                </a:cubicBezTo>
                <a:cubicBezTo>
                  <a:pt x="9314" y="1432"/>
                  <a:pt x="9342" y="1405"/>
                  <a:pt x="9363" y="1452"/>
                </a:cubicBezTo>
                <a:cubicBezTo>
                  <a:pt x="9399" y="1530"/>
                  <a:pt x="9399" y="1553"/>
                  <a:pt x="9361" y="1794"/>
                </a:cubicBezTo>
                <a:cubicBezTo>
                  <a:pt x="9322" y="2044"/>
                  <a:pt x="9322" y="2065"/>
                  <a:pt x="9369" y="2432"/>
                </a:cubicBezTo>
                <a:cubicBezTo>
                  <a:pt x="9396" y="2641"/>
                  <a:pt x="9408" y="2843"/>
                  <a:pt x="9396" y="2885"/>
                </a:cubicBezTo>
                <a:cubicBezTo>
                  <a:pt x="9384" y="2927"/>
                  <a:pt x="9380" y="3048"/>
                  <a:pt x="9387" y="3152"/>
                </a:cubicBezTo>
                <a:cubicBezTo>
                  <a:pt x="9406" y="3431"/>
                  <a:pt x="9463" y="3385"/>
                  <a:pt x="9463" y="3092"/>
                </a:cubicBezTo>
                <a:cubicBezTo>
                  <a:pt x="9463" y="2746"/>
                  <a:pt x="9497" y="2655"/>
                  <a:pt x="9552" y="2853"/>
                </a:cubicBezTo>
                <a:cubicBezTo>
                  <a:pt x="9591" y="2991"/>
                  <a:pt x="9603" y="2987"/>
                  <a:pt x="9620" y="2830"/>
                </a:cubicBezTo>
                <a:cubicBezTo>
                  <a:pt x="9646" y="2585"/>
                  <a:pt x="9628" y="2436"/>
                  <a:pt x="9573" y="2436"/>
                </a:cubicBezTo>
                <a:cubicBezTo>
                  <a:pt x="9514" y="2436"/>
                  <a:pt x="9491" y="2053"/>
                  <a:pt x="9538" y="1853"/>
                </a:cubicBezTo>
                <a:cubicBezTo>
                  <a:pt x="9593" y="1621"/>
                  <a:pt x="9584" y="1551"/>
                  <a:pt x="9496" y="1506"/>
                </a:cubicBezTo>
                <a:cubicBezTo>
                  <a:pt x="9373" y="1444"/>
                  <a:pt x="9393" y="1212"/>
                  <a:pt x="9525" y="1168"/>
                </a:cubicBezTo>
                <a:cubicBezTo>
                  <a:pt x="9640" y="1130"/>
                  <a:pt x="9696" y="883"/>
                  <a:pt x="9589" y="883"/>
                </a:cubicBezTo>
                <a:cubicBezTo>
                  <a:pt x="9560" y="883"/>
                  <a:pt x="9523" y="795"/>
                  <a:pt x="9508" y="688"/>
                </a:cubicBezTo>
                <a:cubicBezTo>
                  <a:pt x="9492" y="582"/>
                  <a:pt x="9455" y="496"/>
                  <a:pt x="9425" y="496"/>
                </a:cubicBezTo>
                <a:close/>
                <a:moveTo>
                  <a:pt x="10543" y="496"/>
                </a:moveTo>
                <a:cubicBezTo>
                  <a:pt x="10467" y="496"/>
                  <a:pt x="10444" y="613"/>
                  <a:pt x="10476" y="834"/>
                </a:cubicBezTo>
                <a:cubicBezTo>
                  <a:pt x="10510" y="1069"/>
                  <a:pt x="10480" y="1330"/>
                  <a:pt x="10441" y="1142"/>
                </a:cubicBezTo>
                <a:cubicBezTo>
                  <a:pt x="10418" y="1034"/>
                  <a:pt x="10402" y="1070"/>
                  <a:pt x="10377" y="1282"/>
                </a:cubicBezTo>
                <a:cubicBezTo>
                  <a:pt x="10332" y="1653"/>
                  <a:pt x="10352" y="1905"/>
                  <a:pt x="10424" y="1877"/>
                </a:cubicBezTo>
                <a:cubicBezTo>
                  <a:pt x="10473" y="1858"/>
                  <a:pt x="10485" y="1923"/>
                  <a:pt x="10498" y="2280"/>
                </a:cubicBezTo>
                <a:cubicBezTo>
                  <a:pt x="10511" y="2620"/>
                  <a:pt x="10505" y="2730"/>
                  <a:pt x="10472" y="2835"/>
                </a:cubicBezTo>
                <a:cubicBezTo>
                  <a:pt x="10448" y="2906"/>
                  <a:pt x="10429" y="3025"/>
                  <a:pt x="10429" y="3102"/>
                </a:cubicBezTo>
                <a:cubicBezTo>
                  <a:pt x="10429" y="3191"/>
                  <a:pt x="10451" y="3206"/>
                  <a:pt x="10491" y="3144"/>
                </a:cubicBezTo>
                <a:cubicBezTo>
                  <a:pt x="10525" y="3091"/>
                  <a:pt x="10587" y="3012"/>
                  <a:pt x="10630" y="2968"/>
                </a:cubicBezTo>
                <a:cubicBezTo>
                  <a:pt x="10719" y="2876"/>
                  <a:pt x="10747" y="2606"/>
                  <a:pt x="10673" y="2545"/>
                </a:cubicBezTo>
                <a:cubicBezTo>
                  <a:pt x="10571" y="2460"/>
                  <a:pt x="10640" y="1273"/>
                  <a:pt x="10747" y="1273"/>
                </a:cubicBezTo>
                <a:cubicBezTo>
                  <a:pt x="10770" y="1273"/>
                  <a:pt x="10789" y="1220"/>
                  <a:pt x="10789" y="1158"/>
                </a:cubicBezTo>
                <a:cubicBezTo>
                  <a:pt x="10789" y="940"/>
                  <a:pt x="10730" y="765"/>
                  <a:pt x="10681" y="838"/>
                </a:cubicBezTo>
                <a:cubicBezTo>
                  <a:pt x="10648" y="888"/>
                  <a:pt x="10627" y="845"/>
                  <a:pt x="10618" y="704"/>
                </a:cubicBezTo>
                <a:cubicBezTo>
                  <a:pt x="10610" y="583"/>
                  <a:pt x="10578" y="496"/>
                  <a:pt x="10543" y="496"/>
                </a:cubicBezTo>
                <a:close/>
                <a:moveTo>
                  <a:pt x="11024" y="496"/>
                </a:moveTo>
                <a:cubicBezTo>
                  <a:pt x="10978" y="496"/>
                  <a:pt x="10946" y="920"/>
                  <a:pt x="10946" y="1535"/>
                </a:cubicBezTo>
                <a:cubicBezTo>
                  <a:pt x="10946" y="1964"/>
                  <a:pt x="10937" y="2086"/>
                  <a:pt x="10901" y="2140"/>
                </a:cubicBezTo>
                <a:cubicBezTo>
                  <a:pt x="10849" y="2218"/>
                  <a:pt x="10845" y="2339"/>
                  <a:pt x="10883" y="2687"/>
                </a:cubicBezTo>
                <a:cubicBezTo>
                  <a:pt x="10907" y="2911"/>
                  <a:pt x="10912" y="2915"/>
                  <a:pt x="10936" y="2727"/>
                </a:cubicBezTo>
                <a:cubicBezTo>
                  <a:pt x="10960" y="2541"/>
                  <a:pt x="10966" y="2548"/>
                  <a:pt x="10989" y="2800"/>
                </a:cubicBezTo>
                <a:cubicBezTo>
                  <a:pt x="11022" y="3156"/>
                  <a:pt x="11027" y="3154"/>
                  <a:pt x="11120" y="2745"/>
                </a:cubicBezTo>
                <a:lnTo>
                  <a:pt x="11197" y="2407"/>
                </a:lnTo>
                <a:lnTo>
                  <a:pt x="11241" y="2681"/>
                </a:lnTo>
                <a:cubicBezTo>
                  <a:pt x="11298" y="3035"/>
                  <a:pt x="11373" y="3043"/>
                  <a:pt x="11373" y="2695"/>
                </a:cubicBezTo>
                <a:cubicBezTo>
                  <a:pt x="11373" y="2411"/>
                  <a:pt x="11340" y="2350"/>
                  <a:pt x="11315" y="2585"/>
                </a:cubicBezTo>
                <a:cubicBezTo>
                  <a:pt x="11304" y="2689"/>
                  <a:pt x="11290" y="2663"/>
                  <a:pt x="11269" y="2500"/>
                </a:cubicBezTo>
                <a:cubicBezTo>
                  <a:pt x="11236" y="2243"/>
                  <a:pt x="11249" y="1713"/>
                  <a:pt x="11296" y="1401"/>
                </a:cubicBezTo>
                <a:cubicBezTo>
                  <a:pt x="11335" y="1142"/>
                  <a:pt x="11288" y="755"/>
                  <a:pt x="11218" y="755"/>
                </a:cubicBezTo>
                <a:cubicBezTo>
                  <a:pt x="11180" y="755"/>
                  <a:pt x="11169" y="820"/>
                  <a:pt x="11175" y="1030"/>
                </a:cubicBezTo>
                <a:cubicBezTo>
                  <a:pt x="11179" y="1190"/>
                  <a:pt x="11165" y="1367"/>
                  <a:pt x="11141" y="1452"/>
                </a:cubicBezTo>
                <a:cubicBezTo>
                  <a:pt x="11109" y="1568"/>
                  <a:pt x="11095" y="1548"/>
                  <a:pt x="11069" y="1348"/>
                </a:cubicBezTo>
                <a:cubicBezTo>
                  <a:pt x="11046" y="1169"/>
                  <a:pt x="11043" y="1052"/>
                  <a:pt x="11061" y="931"/>
                </a:cubicBezTo>
                <a:cubicBezTo>
                  <a:pt x="11089" y="735"/>
                  <a:pt x="11069" y="496"/>
                  <a:pt x="11024" y="496"/>
                </a:cubicBezTo>
                <a:close/>
                <a:moveTo>
                  <a:pt x="12192" y="617"/>
                </a:moveTo>
                <a:cubicBezTo>
                  <a:pt x="12173" y="637"/>
                  <a:pt x="12159" y="781"/>
                  <a:pt x="12164" y="1039"/>
                </a:cubicBezTo>
                <a:cubicBezTo>
                  <a:pt x="12170" y="1407"/>
                  <a:pt x="12163" y="1466"/>
                  <a:pt x="12098" y="1575"/>
                </a:cubicBezTo>
                <a:cubicBezTo>
                  <a:pt x="12013" y="1718"/>
                  <a:pt x="12003" y="1882"/>
                  <a:pt x="12076" y="1942"/>
                </a:cubicBezTo>
                <a:cubicBezTo>
                  <a:pt x="12147" y="2000"/>
                  <a:pt x="12138" y="2333"/>
                  <a:pt x="12059" y="2563"/>
                </a:cubicBezTo>
                <a:lnTo>
                  <a:pt x="11991" y="2758"/>
                </a:lnTo>
                <a:lnTo>
                  <a:pt x="12057" y="2802"/>
                </a:lnTo>
                <a:cubicBezTo>
                  <a:pt x="12105" y="2834"/>
                  <a:pt x="12134" y="2765"/>
                  <a:pt x="12164" y="2545"/>
                </a:cubicBezTo>
                <a:lnTo>
                  <a:pt x="12206" y="2241"/>
                </a:lnTo>
                <a:lnTo>
                  <a:pt x="12256" y="2590"/>
                </a:lnTo>
                <a:cubicBezTo>
                  <a:pt x="12294" y="2856"/>
                  <a:pt x="12327" y="2940"/>
                  <a:pt x="12395" y="2946"/>
                </a:cubicBezTo>
                <a:lnTo>
                  <a:pt x="12483" y="2954"/>
                </a:lnTo>
                <a:lnTo>
                  <a:pt x="12367" y="2482"/>
                </a:lnTo>
                <a:cubicBezTo>
                  <a:pt x="12241" y="1973"/>
                  <a:pt x="12224" y="1802"/>
                  <a:pt x="12294" y="1697"/>
                </a:cubicBezTo>
                <a:cubicBezTo>
                  <a:pt x="12347" y="1618"/>
                  <a:pt x="12356" y="1273"/>
                  <a:pt x="12305" y="1273"/>
                </a:cubicBezTo>
                <a:cubicBezTo>
                  <a:pt x="12287" y="1273"/>
                  <a:pt x="12261" y="1125"/>
                  <a:pt x="12250" y="947"/>
                </a:cubicBezTo>
                <a:cubicBezTo>
                  <a:pt x="12233" y="702"/>
                  <a:pt x="12210" y="598"/>
                  <a:pt x="12192" y="617"/>
                </a:cubicBezTo>
                <a:close/>
                <a:moveTo>
                  <a:pt x="8969" y="626"/>
                </a:moveTo>
                <a:cubicBezTo>
                  <a:pt x="8934" y="626"/>
                  <a:pt x="8925" y="708"/>
                  <a:pt x="8927" y="1045"/>
                </a:cubicBezTo>
                <a:cubicBezTo>
                  <a:pt x="8929" y="1276"/>
                  <a:pt x="8923" y="1652"/>
                  <a:pt x="8914" y="1879"/>
                </a:cubicBezTo>
                <a:cubicBezTo>
                  <a:pt x="8904" y="2121"/>
                  <a:pt x="8908" y="2405"/>
                  <a:pt x="8923" y="2565"/>
                </a:cubicBezTo>
                <a:cubicBezTo>
                  <a:pt x="8943" y="2782"/>
                  <a:pt x="8966" y="2829"/>
                  <a:pt x="9032" y="2798"/>
                </a:cubicBezTo>
                <a:cubicBezTo>
                  <a:pt x="9131" y="2750"/>
                  <a:pt x="9141" y="2529"/>
                  <a:pt x="9047" y="2436"/>
                </a:cubicBezTo>
                <a:cubicBezTo>
                  <a:pt x="8955" y="2344"/>
                  <a:pt x="8951" y="1807"/>
                  <a:pt x="9041" y="1559"/>
                </a:cubicBezTo>
                <a:cubicBezTo>
                  <a:pt x="9114" y="1357"/>
                  <a:pt x="9120" y="1199"/>
                  <a:pt x="9058" y="1105"/>
                </a:cubicBezTo>
                <a:cubicBezTo>
                  <a:pt x="9033" y="1068"/>
                  <a:pt x="9013" y="945"/>
                  <a:pt x="9013" y="832"/>
                </a:cubicBezTo>
                <a:cubicBezTo>
                  <a:pt x="9013" y="713"/>
                  <a:pt x="8995" y="626"/>
                  <a:pt x="8969" y="626"/>
                </a:cubicBezTo>
                <a:close/>
                <a:moveTo>
                  <a:pt x="9920" y="630"/>
                </a:moveTo>
                <a:cubicBezTo>
                  <a:pt x="9860" y="635"/>
                  <a:pt x="9793" y="1209"/>
                  <a:pt x="9819" y="1496"/>
                </a:cubicBezTo>
                <a:cubicBezTo>
                  <a:pt x="9845" y="1788"/>
                  <a:pt x="9812" y="2308"/>
                  <a:pt x="9767" y="2308"/>
                </a:cubicBezTo>
                <a:cubicBezTo>
                  <a:pt x="9748" y="2308"/>
                  <a:pt x="9733" y="2380"/>
                  <a:pt x="9733" y="2470"/>
                </a:cubicBezTo>
                <a:cubicBezTo>
                  <a:pt x="9733" y="2698"/>
                  <a:pt x="9814" y="2965"/>
                  <a:pt x="9855" y="2873"/>
                </a:cubicBezTo>
                <a:cubicBezTo>
                  <a:pt x="9874" y="2830"/>
                  <a:pt x="9895" y="2880"/>
                  <a:pt x="9902" y="2988"/>
                </a:cubicBezTo>
                <a:cubicBezTo>
                  <a:pt x="9920" y="3254"/>
                  <a:pt x="10014" y="2995"/>
                  <a:pt x="10046" y="2592"/>
                </a:cubicBezTo>
                <a:cubicBezTo>
                  <a:pt x="10071" y="2281"/>
                  <a:pt x="10115" y="2313"/>
                  <a:pt x="10115" y="2642"/>
                </a:cubicBezTo>
                <a:cubicBezTo>
                  <a:pt x="10115" y="2871"/>
                  <a:pt x="10211" y="3145"/>
                  <a:pt x="10257" y="3045"/>
                </a:cubicBezTo>
                <a:cubicBezTo>
                  <a:pt x="10277" y="2999"/>
                  <a:pt x="10285" y="2858"/>
                  <a:pt x="10278" y="2648"/>
                </a:cubicBezTo>
                <a:cubicBezTo>
                  <a:pt x="10269" y="2366"/>
                  <a:pt x="10262" y="2343"/>
                  <a:pt x="10225" y="2474"/>
                </a:cubicBezTo>
                <a:cubicBezTo>
                  <a:pt x="10162" y="2701"/>
                  <a:pt x="10130" y="2444"/>
                  <a:pt x="10149" y="1861"/>
                </a:cubicBezTo>
                <a:cubicBezTo>
                  <a:pt x="10158" y="1597"/>
                  <a:pt x="10178" y="1351"/>
                  <a:pt x="10194" y="1316"/>
                </a:cubicBezTo>
                <a:cubicBezTo>
                  <a:pt x="10216" y="1268"/>
                  <a:pt x="10212" y="1189"/>
                  <a:pt x="10180" y="1004"/>
                </a:cubicBezTo>
                <a:cubicBezTo>
                  <a:pt x="10126" y="694"/>
                  <a:pt x="10073" y="685"/>
                  <a:pt x="10054" y="982"/>
                </a:cubicBezTo>
                <a:cubicBezTo>
                  <a:pt x="10046" y="1106"/>
                  <a:pt x="10030" y="1281"/>
                  <a:pt x="10018" y="1371"/>
                </a:cubicBezTo>
                <a:cubicBezTo>
                  <a:pt x="9984" y="1629"/>
                  <a:pt x="9932" y="1308"/>
                  <a:pt x="9949" y="933"/>
                </a:cubicBezTo>
                <a:cubicBezTo>
                  <a:pt x="9959" y="690"/>
                  <a:pt x="9953" y="626"/>
                  <a:pt x="9920" y="630"/>
                </a:cubicBezTo>
                <a:close/>
                <a:moveTo>
                  <a:pt x="11745" y="632"/>
                </a:moveTo>
                <a:cubicBezTo>
                  <a:pt x="11723" y="637"/>
                  <a:pt x="11688" y="680"/>
                  <a:pt x="11638" y="761"/>
                </a:cubicBezTo>
                <a:cubicBezTo>
                  <a:pt x="11554" y="895"/>
                  <a:pt x="11554" y="896"/>
                  <a:pt x="11590" y="1219"/>
                </a:cubicBezTo>
                <a:cubicBezTo>
                  <a:pt x="11626" y="1529"/>
                  <a:pt x="11625" y="1546"/>
                  <a:pt x="11579" y="1616"/>
                </a:cubicBezTo>
                <a:cubicBezTo>
                  <a:pt x="11524" y="1698"/>
                  <a:pt x="11519" y="1799"/>
                  <a:pt x="11557" y="2017"/>
                </a:cubicBezTo>
                <a:cubicBezTo>
                  <a:pt x="11587" y="2194"/>
                  <a:pt x="11545" y="2567"/>
                  <a:pt x="11494" y="2567"/>
                </a:cubicBezTo>
                <a:cubicBezTo>
                  <a:pt x="11477" y="2567"/>
                  <a:pt x="11463" y="2630"/>
                  <a:pt x="11463" y="2709"/>
                </a:cubicBezTo>
                <a:cubicBezTo>
                  <a:pt x="11463" y="2896"/>
                  <a:pt x="11574" y="2741"/>
                  <a:pt x="11623" y="2484"/>
                </a:cubicBezTo>
                <a:cubicBezTo>
                  <a:pt x="11656" y="2315"/>
                  <a:pt x="11667" y="2330"/>
                  <a:pt x="11725" y="2620"/>
                </a:cubicBezTo>
                <a:cubicBezTo>
                  <a:pt x="11763" y="2814"/>
                  <a:pt x="11817" y="2948"/>
                  <a:pt x="11858" y="2950"/>
                </a:cubicBezTo>
                <a:cubicBezTo>
                  <a:pt x="11962" y="2956"/>
                  <a:pt x="11968" y="2810"/>
                  <a:pt x="11873" y="2559"/>
                </a:cubicBezTo>
                <a:cubicBezTo>
                  <a:pt x="11827" y="2436"/>
                  <a:pt x="11769" y="2240"/>
                  <a:pt x="11744" y="2124"/>
                </a:cubicBezTo>
                <a:cubicBezTo>
                  <a:pt x="11699" y="1913"/>
                  <a:pt x="11699" y="1909"/>
                  <a:pt x="11750" y="1703"/>
                </a:cubicBezTo>
                <a:cubicBezTo>
                  <a:pt x="11798" y="1508"/>
                  <a:pt x="11798" y="1487"/>
                  <a:pt x="11761" y="1328"/>
                </a:cubicBezTo>
                <a:cubicBezTo>
                  <a:pt x="11729" y="1193"/>
                  <a:pt x="11727" y="1127"/>
                  <a:pt x="11750" y="996"/>
                </a:cubicBezTo>
                <a:cubicBezTo>
                  <a:pt x="11765" y="906"/>
                  <a:pt x="11778" y="786"/>
                  <a:pt x="11778" y="729"/>
                </a:cubicBezTo>
                <a:cubicBezTo>
                  <a:pt x="11778" y="660"/>
                  <a:pt x="11768" y="626"/>
                  <a:pt x="11745" y="632"/>
                </a:cubicBezTo>
                <a:close/>
                <a:moveTo>
                  <a:pt x="8729" y="883"/>
                </a:moveTo>
                <a:cubicBezTo>
                  <a:pt x="8680" y="883"/>
                  <a:pt x="8673" y="930"/>
                  <a:pt x="8684" y="1176"/>
                </a:cubicBezTo>
                <a:cubicBezTo>
                  <a:pt x="8694" y="1385"/>
                  <a:pt x="8683" y="1529"/>
                  <a:pt x="8648" y="1686"/>
                </a:cubicBezTo>
                <a:cubicBezTo>
                  <a:pt x="8599" y="1901"/>
                  <a:pt x="8599" y="1912"/>
                  <a:pt x="8640" y="2089"/>
                </a:cubicBezTo>
                <a:cubicBezTo>
                  <a:pt x="8694" y="2318"/>
                  <a:pt x="8675" y="2656"/>
                  <a:pt x="8598" y="2824"/>
                </a:cubicBezTo>
                <a:cubicBezTo>
                  <a:pt x="8542" y="2948"/>
                  <a:pt x="8528" y="3091"/>
                  <a:pt x="8556" y="3256"/>
                </a:cubicBezTo>
                <a:cubicBezTo>
                  <a:pt x="8619" y="3619"/>
                  <a:pt x="8760" y="2908"/>
                  <a:pt x="8801" y="2023"/>
                </a:cubicBezTo>
                <a:cubicBezTo>
                  <a:pt x="8837" y="1233"/>
                  <a:pt x="8815" y="883"/>
                  <a:pt x="8729" y="883"/>
                </a:cubicBezTo>
                <a:close/>
                <a:moveTo>
                  <a:pt x="20633" y="2859"/>
                </a:moveTo>
                <a:lnTo>
                  <a:pt x="19998" y="3422"/>
                </a:lnTo>
                <a:cubicBezTo>
                  <a:pt x="19649" y="3731"/>
                  <a:pt x="19196" y="4134"/>
                  <a:pt x="18992" y="4317"/>
                </a:cubicBezTo>
                <a:cubicBezTo>
                  <a:pt x="18788" y="4500"/>
                  <a:pt x="18460" y="4792"/>
                  <a:pt x="18262" y="4967"/>
                </a:cubicBezTo>
                <a:cubicBezTo>
                  <a:pt x="17838" y="5341"/>
                  <a:pt x="17629" y="5535"/>
                  <a:pt x="17560" y="5617"/>
                </a:cubicBezTo>
                <a:cubicBezTo>
                  <a:pt x="17515" y="5669"/>
                  <a:pt x="17509" y="5759"/>
                  <a:pt x="17509" y="6315"/>
                </a:cubicBezTo>
                <a:cubicBezTo>
                  <a:pt x="17509" y="6665"/>
                  <a:pt x="17501" y="6973"/>
                  <a:pt x="17492" y="7002"/>
                </a:cubicBezTo>
                <a:cubicBezTo>
                  <a:pt x="17483" y="7030"/>
                  <a:pt x="17318" y="6951"/>
                  <a:pt x="17127" y="6823"/>
                </a:cubicBezTo>
                <a:cubicBezTo>
                  <a:pt x="16675" y="6522"/>
                  <a:pt x="16557" y="6525"/>
                  <a:pt x="16273" y="6840"/>
                </a:cubicBezTo>
                <a:cubicBezTo>
                  <a:pt x="16143" y="6983"/>
                  <a:pt x="15799" y="7330"/>
                  <a:pt x="15509" y="7613"/>
                </a:cubicBezTo>
                <a:cubicBezTo>
                  <a:pt x="14731" y="8371"/>
                  <a:pt x="14395" y="8727"/>
                  <a:pt x="14369" y="8820"/>
                </a:cubicBezTo>
                <a:cubicBezTo>
                  <a:pt x="14355" y="8868"/>
                  <a:pt x="14339" y="9917"/>
                  <a:pt x="14329" y="11363"/>
                </a:cubicBezTo>
                <a:cubicBezTo>
                  <a:pt x="14320" y="12717"/>
                  <a:pt x="14303" y="13859"/>
                  <a:pt x="14292" y="13900"/>
                </a:cubicBezTo>
                <a:cubicBezTo>
                  <a:pt x="14281" y="13941"/>
                  <a:pt x="14260" y="13792"/>
                  <a:pt x="14247" y="13572"/>
                </a:cubicBezTo>
                <a:cubicBezTo>
                  <a:pt x="14231" y="13313"/>
                  <a:pt x="14210" y="13185"/>
                  <a:pt x="14186" y="13207"/>
                </a:cubicBezTo>
                <a:cubicBezTo>
                  <a:pt x="14161" y="13231"/>
                  <a:pt x="14147" y="13134"/>
                  <a:pt x="14142" y="12900"/>
                </a:cubicBezTo>
                <a:cubicBezTo>
                  <a:pt x="14138" y="12711"/>
                  <a:pt x="14115" y="12454"/>
                  <a:pt x="14091" y="12329"/>
                </a:cubicBezTo>
                <a:cubicBezTo>
                  <a:pt x="14067" y="12204"/>
                  <a:pt x="14048" y="11994"/>
                  <a:pt x="14048" y="11863"/>
                </a:cubicBezTo>
                <a:cubicBezTo>
                  <a:pt x="14048" y="11389"/>
                  <a:pt x="13967" y="11594"/>
                  <a:pt x="13935" y="12148"/>
                </a:cubicBezTo>
                <a:cubicBezTo>
                  <a:pt x="13919" y="12437"/>
                  <a:pt x="13889" y="12724"/>
                  <a:pt x="13869" y="12786"/>
                </a:cubicBezTo>
                <a:cubicBezTo>
                  <a:pt x="13846" y="12863"/>
                  <a:pt x="13834" y="13087"/>
                  <a:pt x="13834" y="13461"/>
                </a:cubicBezTo>
                <a:cubicBezTo>
                  <a:pt x="13834" y="13913"/>
                  <a:pt x="13826" y="14016"/>
                  <a:pt x="13795" y="14001"/>
                </a:cubicBezTo>
                <a:cubicBezTo>
                  <a:pt x="13749" y="13980"/>
                  <a:pt x="13747" y="14015"/>
                  <a:pt x="13779" y="14353"/>
                </a:cubicBezTo>
                <a:cubicBezTo>
                  <a:pt x="13798" y="14564"/>
                  <a:pt x="13793" y="14625"/>
                  <a:pt x="13745" y="14730"/>
                </a:cubicBezTo>
                <a:cubicBezTo>
                  <a:pt x="13687" y="14857"/>
                  <a:pt x="13667" y="15285"/>
                  <a:pt x="13711" y="15443"/>
                </a:cubicBezTo>
                <a:cubicBezTo>
                  <a:pt x="13754" y="15595"/>
                  <a:pt x="13708" y="15767"/>
                  <a:pt x="13624" y="15767"/>
                </a:cubicBezTo>
                <a:cubicBezTo>
                  <a:pt x="13578" y="15767"/>
                  <a:pt x="13528" y="15837"/>
                  <a:pt x="13513" y="15923"/>
                </a:cubicBezTo>
                <a:cubicBezTo>
                  <a:pt x="13441" y="16334"/>
                  <a:pt x="13433" y="15834"/>
                  <a:pt x="13423" y="10559"/>
                </a:cubicBezTo>
                <a:lnTo>
                  <a:pt x="13413" y="5347"/>
                </a:lnTo>
                <a:lnTo>
                  <a:pt x="13483" y="4969"/>
                </a:lnTo>
                <a:cubicBezTo>
                  <a:pt x="13525" y="4742"/>
                  <a:pt x="13554" y="4457"/>
                  <a:pt x="13554" y="4266"/>
                </a:cubicBezTo>
                <a:lnTo>
                  <a:pt x="13554" y="3946"/>
                </a:lnTo>
                <a:lnTo>
                  <a:pt x="12032" y="4033"/>
                </a:lnTo>
                <a:cubicBezTo>
                  <a:pt x="11196" y="4080"/>
                  <a:pt x="9916" y="4120"/>
                  <a:pt x="9187" y="4120"/>
                </a:cubicBezTo>
                <a:lnTo>
                  <a:pt x="7861" y="4120"/>
                </a:lnTo>
                <a:lnTo>
                  <a:pt x="7988" y="4948"/>
                </a:lnTo>
                <a:lnTo>
                  <a:pt x="8114" y="5777"/>
                </a:lnTo>
                <a:lnTo>
                  <a:pt x="8114" y="10828"/>
                </a:lnTo>
                <a:cubicBezTo>
                  <a:pt x="8114" y="13607"/>
                  <a:pt x="8106" y="15911"/>
                  <a:pt x="8095" y="15949"/>
                </a:cubicBezTo>
                <a:cubicBezTo>
                  <a:pt x="8084" y="15987"/>
                  <a:pt x="8057" y="15903"/>
                  <a:pt x="8035" y="15763"/>
                </a:cubicBezTo>
                <a:cubicBezTo>
                  <a:pt x="8013" y="15622"/>
                  <a:pt x="8004" y="15508"/>
                  <a:pt x="8014" y="15508"/>
                </a:cubicBezTo>
                <a:cubicBezTo>
                  <a:pt x="8051" y="15508"/>
                  <a:pt x="7945" y="15127"/>
                  <a:pt x="7908" y="15123"/>
                </a:cubicBezTo>
                <a:cubicBezTo>
                  <a:pt x="7857" y="15117"/>
                  <a:pt x="7833" y="14875"/>
                  <a:pt x="7865" y="14694"/>
                </a:cubicBezTo>
                <a:cubicBezTo>
                  <a:pt x="7901" y="14485"/>
                  <a:pt x="7896" y="14170"/>
                  <a:pt x="7857" y="14254"/>
                </a:cubicBezTo>
                <a:cubicBezTo>
                  <a:pt x="7812" y="14355"/>
                  <a:pt x="7773" y="14032"/>
                  <a:pt x="7779" y="13604"/>
                </a:cubicBezTo>
                <a:cubicBezTo>
                  <a:pt x="7788" y="12899"/>
                  <a:pt x="7780" y="12765"/>
                  <a:pt x="7732" y="12853"/>
                </a:cubicBezTo>
                <a:cubicBezTo>
                  <a:pt x="7698" y="12915"/>
                  <a:pt x="7682" y="12860"/>
                  <a:pt x="7667" y="12632"/>
                </a:cubicBezTo>
                <a:cubicBezTo>
                  <a:pt x="7656" y="12465"/>
                  <a:pt x="7624" y="12047"/>
                  <a:pt x="7596" y="11703"/>
                </a:cubicBezTo>
                <a:lnTo>
                  <a:pt x="7545" y="11079"/>
                </a:lnTo>
                <a:lnTo>
                  <a:pt x="7503" y="11383"/>
                </a:lnTo>
                <a:cubicBezTo>
                  <a:pt x="7479" y="11551"/>
                  <a:pt x="7450" y="11829"/>
                  <a:pt x="7438" y="11999"/>
                </a:cubicBezTo>
                <a:cubicBezTo>
                  <a:pt x="7426" y="12169"/>
                  <a:pt x="7410" y="12269"/>
                  <a:pt x="7402" y="12223"/>
                </a:cubicBezTo>
                <a:cubicBezTo>
                  <a:pt x="7394" y="12178"/>
                  <a:pt x="7370" y="12235"/>
                  <a:pt x="7348" y="12347"/>
                </a:cubicBezTo>
                <a:cubicBezTo>
                  <a:pt x="7326" y="12462"/>
                  <a:pt x="7281" y="12531"/>
                  <a:pt x="7245" y="12507"/>
                </a:cubicBezTo>
                <a:lnTo>
                  <a:pt x="7182" y="12466"/>
                </a:lnTo>
                <a:lnTo>
                  <a:pt x="7164" y="11049"/>
                </a:lnTo>
                <a:cubicBezTo>
                  <a:pt x="7155" y="10270"/>
                  <a:pt x="7144" y="9626"/>
                  <a:pt x="7141" y="9616"/>
                </a:cubicBezTo>
                <a:cubicBezTo>
                  <a:pt x="7125" y="9551"/>
                  <a:pt x="5699" y="6535"/>
                  <a:pt x="5258" y="5633"/>
                </a:cubicBezTo>
                <a:lnTo>
                  <a:pt x="4729" y="4550"/>
                </a:lnTo>
                <a:lnTo>
                  <a:pt x="4396" y="4819"/>
                </a:lnTo>
                <a:cubicBezTo>
                  <a:pt x="4104" y="5056"/>
                  <a:pt x="4061" y="5122"/>
                  <a:pt x="4046" y="5353"/>
                </a:cubicBezTo>
                <a:cubicBezTo>
                  <a:pt x="4030" y="5598"/>
                  <a:pt x="3977" y="5654"/>
                  <a:pt x="3350" y="6058"/>
                </a:cubicBezTo>
                <a:cubicBezTo>
                  <a:pt x="2787" y="6422"/>
                  <a:pt x="2649" y="6473"/>
                  <a:pt x="2535" y="6364"/>
                </a:cubicBezTo>
                <a:cubicBezTo>
                  <a:pt x="2370" y="6207"/>
                  <a:pt x="2062" y="6472"/>
                  <a:pt x="1990" y="6833"/>
                </a:cubicBezTo>
                <a:cubicBezTo>
                  <a:pt x="1922" y="7176"/>
                  <a:pt x="1228" y="7707"/>
                  <a:pt x="1078" y="7530"/>
                </a:cubicBezTo>
                <a:cubicBezTo>
                  <a:pt x="929" y="7354"/>
                  <a:pt x="705" y="7553"/>
                  <a:pt x="691" y="7874"/>
                </a:cubicBezTo>
                <a:cubicBezTo>
                  <a:pt x="680" y="8099"/>
                  <a:pt x="648" y="8163"/>
                  <a:pt x="456" y="8330"/>
                </a:cubicBezTo>
                <a:lnTo>
                  <a:pt x="360" y="8413"/>
                </a:lnTo>
                <a:lnTo>
                  <a:pt x="359" y="9209"/>
                </a:lnTo>
                <a:cubicBezTo>
                  <a:pt x="359" y="9647"/>
                  <a:pt x="350" y="11314"/>
                  <a:pt x="340" y="12910"/>
                </a:cubicBezTo>
                <a:cubicBezTo>
                  <a:pt x="323" y="15460"/>
                  <a:pt x="316" y="15830"/>
                  <a:pt x="281" y="15977"/>
                </a:cubicBezTo>
                <a:cubicBezTo>
                  <a:pt x="228" y="16202"/>
                  <a:pt x="200" y="16078"/>
                  <a:pt x="217" y="15692"/>
                </a:cubicBezTo>
                <a:cubicBezTo>
                  <a:pt x="230" y="15377"/>
                  <a:pt x="197" y="15250"/>
                  <a:pt x="169" y="15510"/>
                </a:cubicBezTo>
                <a:cubicBezTo>
                  <a:pt x="161" y="15582"/>
                  <a:pt x="145" y="15605"/>
                  <a:pt x="133" y="15562"/>
                </a:cubicBezTo>
                <a:cubicBezTo>
                  <a:pt x="112" y="15487"/>
                  <a:pt x="118" y="14999"/>
                  <a:pt x="144" y="14600"/>
                </a:cubicBezTo>
                <a:cubicBezTo>
                  <a:pt x="153" y="14470"/>
                  <a:pt x="133" y="14341"/>
                  <a:pt x="85" y="14204"/>
                </a:cubicBezTo>
                <a:cubicBezTo>
                  <a:pt x="39" y="14076"/>
                  <a:pt x="19" y="13962"/>
                  <a:pt x="0" y="13643"/>
                </a:cubicBezTo>
                <a:lnTo>
                  <a:pt x="0" y="21590"/>
                </a:lnTo>
                <a:lnTo>
                  <a:pt x="10800" y="21590"/>
                </a:lnTo>
                <a:lnTo>
                  <a:pt x="21600" y="21590"/>
                </a:lnTo>
                <a:lnTo>
                  <a:pt x="21600" y="3841"/>
                </a:lnTo>
                <a:cubicBezTo>
                  <a:pt x="21529" y="3750"/>
                  <a:pt x="21367" y="3572"/>
                  <a:pt x="21142" y="3353"/>
                </a:cubicBezTo>
                <a:lnTo>
                  <a:pt x="20633" y="2859"/>
                </a:lnTo>
                <a:close/>
                <a:moveTo>
                  <a:pt x="9274" y="2954"/>
                </a:moveTo>
                <a:cubicBezTo>
                  <a:pt x="9254" y="2954"/>
                  <a:pt x="9238" y="3046"/>
                  <a:pt x="9238" y="3159"/>
                </a:cubicBezTo>
                <a:cubicBezTo>
                  <a:pt x="9238" y="3387"/>
                  <a:pt x="9286" y="3348"/>
                  <a:pt x="9300" y="3108"/>
                </a:cubicBezTo>
                <a:cubicBezTo>
                  <a:pt x="9305" y="3023"/>
                  <a:pt x="9293" y="2954"/>
                  <a:pt x="9274" y="2954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155" name="第三十三届“冯如杯”竞赛主赛道论文组参赛作品院审答辩"/>
          <p:cNvSpPr/>
          <p:nvPr/>
        </p:nvSpPr>
        <p:spPr>
          <a:xfrm>
            <a:off x="6096000" y="2056173"/>
            <a:ext cx="575651" cy="396875"/>
          </a:xfrm>
          <a:prstGeom prst="lin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>
              <a:defRPr sz="4500"/>
            </a:lvl1pPr>
          </a:lstStyle>
          <a:p>
            <a:endParaRPr sz="2250" dirty="0"/>
          </a:p>
        </p:txBody>
      </p:sp>
      <p:sp>
        <p:nvSpPr>
          <p:cNvPr id="2" name="矩形 1"/>
          <p:cNvSpPr/>
          <p:nvPr/>
        </p:nvSpPr>
        <p:spPr>
          <a:xfrm>
            <a:off x="2823146" y="412163"/>
            <a:ext cx="7399953" cy="29654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958" y="310929"/>
            <a:ext cx="2675965" cy="620782"/>
          </a:xfrm>
          <a:prstGeom prst="rect">
            <a:avLst/>
          </a:prstGeom>
        </p:spPr>
      </p:pic>
      <p:sp>
        <p:nvSpPr>
          <p:cNvPr id="5" name="新型反钙钛矿结构近零热膨胀材料设计与制备"/>
          <p:cNvSpPr txBox="1"/>
          <p:nvPr>
            <p:custDataLst>
              <p:tags r:id="rId4"/>
            </p:custDataLst>
          </p:nvPr>
        </p:nvSpPr>
        <p:spPr>
          <a:xfrm>
            <a:off x="1481455" y="2039938"/>
            <a:ext cx="8976360" cy="1589405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9000" b="1">
                <a:solidFill>
                  <a:srgbClr val="2C66B1"/>
                </a:solidFill>
              </a:defRPr>
            </a:lvl1pPr>
          </a:lstStyle>
          <a:p>
            <a:pPr algn="ctr"/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 5.2</a:t>
            </a:r>
            <a:endParaRPr lang="en-US" altLang="zh-CN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商家端</a:t>
            </a:r>
            <a:r>
              <a:rPr lang="zh-CN" altLang="en-US" sz="32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32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注册登录、入驻、核心数据面板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2550" b="1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商品管理、订单管理、核销管理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algn="l">
              <a:defRPr sz="2550" b="1">
                <a:solidFill>
                  <a:srgbClr val="24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基本设置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" descr="Picture 1"/>
          <p:cNvPicPr>
            <a:picLocks noChangeAspect="1"/>
          </p:cNvPicPr>
          <p:nvPr/>
        </p:nvPicPr>
        <p:blipFill>
          <a:blip r:embed="rId1"/>
          <a:srcRect l="3027" t="71036" r="3027"/>
          <a:stretch>
            <a:fillRect/>
          </a:stretch>
        </p:blipFill>
        <p:spPr>
          <a:xfrm>
            <a:off x="-4366" y="4738347"/>
            <a:ext cx="12200732" cy="2115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0" extrusionOk="0">
                <a:moveTo>
                  <a:pt x="12883" y="0"/>
                </a:moveTo>
                <a:cubicBezTo>
                  <a:pt x="12873" y="3"/>
                  <a:pt x="12860" y="35"/>
                  <a:pt x="12846" y="101"/>
                </a:cubicBezTo>
                <a:cubicBezTo>
                  <a:pt x="12827" y="191"/>
                  <a:pt x="12796" y="229"/>
                  <a:pt x="12775" y="184"/>
                </a:cubicBezTo>
                <a:cubicBezTo>
                  <a:pt x="12754" y="137"/>
                  <a:pt x="12728" y="187"/>
                  <a:pt x="12713" y="302"/>
                </a:cubicBezTo>
                <a:cubicBezTo>
                  <a:pt x="12699" y="411"/>
                  <a:pt x="12656" y="514"/>
                  <a:pt x="12618" y="530"/>
                </a:cubicBezTo>
                <a:cubicBezTo>
                  <a:pt x="12554" y="558"/>
                  <a:pt x="12550" y="587"/>
                  <a:pt x="12566" y="909"/>
                </a:cubicBezTo>
                <a:cubicBezTo>
                  <a:pt x="12578" y="1152"/>
                  <a:pt x="12573" y="1303"/>
                  <a:pt x="12551" y="1409"/>
                </a:cubicBezTo>
                <a:cubicBezTo>
                  <a:pt x="12534" y="1493"/>
                  <a:pt x="12519" y="1643"/>
                  <a:pt x="12519" y="1741"/>
                </a:cubicBezTo>
                <a:cubicBezTo>
                  <a:pt x="12519" y="2003"/>
                  <a:pt x="12602" y="2436"/>
                  <a:pt x="12653" y="2436"/>
                </a:cubicBezTo>
                <a:cubicBezTo>
                  <a:pt x="12715" y="2436"/>
                  <a:pt x="12735" y="2699"/>
                  <a:pt x="12679" y="2784"/>
                </a:cubicBezTo>
                <a:cubicBezTo>
                  <a:pt x="12625" y="2865"/>
                  <a:pt x="12620" y="2967"/>
                  <a:pt x="12659" y="3189"/>
                </a:cubicBezTo>
                <a:cubicBezTo>
                  <a:pt x="12716" y="3520"/>
                  <a:pt x="12767" y="3278"/>
                  <a:pt x="12767" y="2673"/>
                </a:cubicBezTo>
                <a:cubicBezTo>
                  <a:pt x="12767" y="2521"/>
                  <a:pt x="12785" y="2384"/>
                  <a:pt x="12812" y="2345"/>
                </a:cubicBezTo>
                <a:cubicBezTo>
                  <a:pt x="12862" y="2268"/>
                  <a:pt x="12868" y="2165"/>
                  <a:pt x="12832" y="1956"/>
                </a:cubicBezTo>
                <a:cubicBezTo>
                  <a:pt x="12796" y="1753"/>
                  <a:pt x="12823" y="1565"/>
                  <a:pt x="12902" y="1466"/>
                </a:cubicBezTo>
                <a:cubicBezTo>
                  <a:pt x="12977" y="1371"/>
                  <a:pt x="12993" y="1142"/>
                  <a:pt x="12925" y="1142"/>
                </a:cubicBezTo>
                <a:cubicBezTo>
                  <a:pt x="12863" y="1142"/>
                  <a:pt x="12854" y="983"/>
                  <a:pt x="12892" y="561"/>
                </a:cubicBezTo>
                <a:cubicBezTo>
                  <a:pt x="12921" y="235"/>
                  <a:pt x="12912" y="-10"/>
                  <a:pt x="12883" y="0"/>
                </a:cubicBezTo>
                <a:close/>
                <a:moveTo>
                  <a:pt x="9425" y="496"/>
                </a:moveTo>
                <a:cubicBezTo>
                  <a:pt x="9381" y="496"/>
                  <a:pt x="9372" y="553"/>
                  <a:pt x="9377" y="779"/>
                </a:cubicBezTo>
                <a:cubicBezTo>
                  <a:pt x="9383" y="1004"/>
                  <a:pt x="9369" y="1092"/>
                  <a:pt x="9311" y="1188"/>
                </a:cubicBezTo>
                <a:cubicBezTo>
                  <a:pt x="9271" y="1256"/>
                  <a:pt x="9238" y="1388"/>
                  <a:pt x="9238" y="1484"/>
                </a:cubicBezTo>
                <a:cubicBezTo>
                  <a:pt x="9238" y="1698"/>
                  <a:pt x="9265" y="1710"/>
                  <a:pt x="9300" y="1512"/>
                </a:cubicBezTo>
                <a:cubicBezTo>
                  <a:pt x="9314" y="1432"/>
                  <a:pt x="9342" y="1405"/>
                  <a:pt x="9363" y="1452"/>
                </a:cubicBezTo>
                <a:cubicBezTo>
                  <a:pt x="9399" y="1530"/>
                  <a:pt x="9399" y="1553"/>
                  <a:pt x="9361" y="1794"/>
                </a:cubicBezTo>
                <a:cubicBezTo>
                  <a:pt x="9322" y="2044"/>
                  <a:pt x="9322" y="2065"/>
                  <a:pt x="9369" y="2432"/>
                </a:cubicBezTo>
                <a:cubicBezTo>
                  <a:pt x="9396" y="2641"/>
                  <a:pt x="9408" y="2843"/>
                  <a:pt x="9396" y="2885"/>
                </a:cubicBezTo>
                <a:cubicBezTo>
                  <a:pt x="9384" y="2927"/>
                  <a:pt x="9380" y="3048"/>
                  <a:pt x="9387" y="3152"/>
                </a:cubicBezTo>
                <a:cubicBezTo>
                  <a:pt x="9406" y="3431"/>
                  <a:pt x="9463" y="3385"/>
                  <a:pt x="9463" y="3092"/>
                </a:cubicBezTo>
                <a:cubicBezTo>
                  <a:pt x="9463" y="2746"/>
                  <a:pt x="9497" y="2655"/>
                  <a:pt x="9552" y="2853"/>
                </a:cubicBezTo>
                <a:cubicBezTo>
                  <a:pt x="9591" y="2991"/>
                  <a:pt x="9603" y="2987"/>
                  <a:pt x="9620" y="2830"/>
                </a:cubicBezTo>
                <a:cubicBezTo>
                  <a:pt x="9646" y="2585"/>
                  <a:pt x="9628" y="2436"/>
                  <a:pt x="9573" y="2436"/>
                </a:cubicBezTo>
                <a:cubicBezTo>
                  <a:pt x="9514" y="2436"/>
                  <a:pt x="9491" y="2053"/>
                  <a:pt x="9538" y="1853"/>
                </a:cubicBezTo>
                <a:cubicBezTo>
                  <a:pt x="9593" y="1621"/>
                  <a:pt x="9584" y="1551"/>
                  <a:pt x="9496" y="1506"/>
                </a:cubicBezTo>
                <a:cubicBezTo>
                  <a:pt x="9373" y="1444"/>
                  <a:pt x="9393" y="1212"/>
                  <a:pt x="9525" y="1168"/>
                </a:cubicBezTo>
                <a:cubicBezTo>
                  <a:pt x="9640" y="1130"/>
                  <a:pt x="9696" y="883"/>
                  <a:pt x="9589" y="883"/>
                </a:cubicBezTo>
                <a:cubicBezTo>
                  <a:pt x="9560" y="883"/>
                  <a:pt x="9523" y="795"/>
                  <a:pt x="9508" y="688"/>
                </a:cubicBezTo>
                <a:cubicBezTo>
                  <a:pt x="9492" y="582"/>
                  <a:pt x="9455" y="496"/>
                  <a:pt x="9425" y="496"/>
                </a:cubicBezTo>
                <a:close/>
                <a:moveTo>
                  <a:pt x="10543" y="496"/>
                </a:moveTo>
                <a:cubicBezTo>
                  <a:pt x="10467" y="496"/>
                  <a:pt x="10444" y="613"/>
                  <a:pt x="10476" y="834"/>
                </a:cubicBezTo>
                <a:cubicBezTo>
                  <a:pt x="10510" y="1069"/>
                  <a:pt x="10480" y="1330"/>
                  <a:pt x="10441" y="1142"/>
                </a:cubicBezTo>
                <a:cubicBezTo>
                  <a:pt x="10418" y="1034"/>
                  <a:pt x="10402" y="1070"/>
                  <a:pt x="10377" y="1282"/>
                </a:cubicBezTo>
                <a:cubicBezTo>
                  <a:pt x="10332" y="1653"/>
                  <a:pt x="10352" y="1905"/>
                  <a:pt x="10424" y="1877"/>
                </a:cubicBezTo>
                <a:cubicBezTo>
                  <a:pt x="10473" y="1858"/>
                  <a:pt x="10485" y="1923"/>
                  <a:pt x="10498" y="2280"/>
                </a:cubicBezTo>
                <a:cubicBezTo>
                  <a:pt x="10511" y="2620"/>
                  <a:pt x="10505" y="2730"/>
                  <a:pt x="10472" y="2835"/>
                </a:cubicBezTo>
                <a:cubicBezTo>
                  <a:pt x="10448" y="2906"/>
                  <a:pt x="10429" y="3025"/>
                  <a:pt x="10429" y="3102"/>
                </a:cubicBezTo>
                <a:cubicBezTo>
                  <a:pt x="10429" y="3191"/>
                  <a:pt x="10451" y="3206"/>
                  <a:pt x="10491" y="3144"/>
                </a:cubicBezTo>
                <a:cubicBezTo>
                  <a:pt x="10525" y="3091"/>
                  <a:pt x="10587" y="3012"/>
                  <a:pt x="10630" y="2968"/>
                </a:cubicBezTo>
                <a:cubicBezTo>
                  <a:pt x="10719" y="2876"/>
                  <a:pt x="10747" y="2606"/>
                  <a:pt x="10673" y="2545"/>
                </a:cubicBezTo>
                <a:cubicBezTo>
                  <a:pt x="10571" y="2460"/>
                  <a:pt x="10640" y="1273"/>
                  <a:pt x="10747" y="1273"/>
                </a:cubicBezTo>
                <a:cubicBezTo>
                  <a:pt x="10770" y="1273"/>
                  <a:pt x="10789" y="1220"/>
                  <a:pt x="10789" y="1158"/>
                </a:cubicBezTo>
                <a:cubicBezTo>
                  <a:pt x="10789" y="940"/>
                  <a:pt x="10730" y="765"/>
                  <a:pt x="10681" y="838"/>
                </a:cubicBezTo>
                <a:cubicBezTo>
                  <a:pt x="10648" y="888"/>
                  <a:pt x="10627" y="845"/>
                  <a:pt x="10618" y="704"/>
                </a:cubicBezTo>
                <a:cubicBezTo>
                  <a:pt x="10610" y="583"/>
                  <a:pt x="10578" y="496"/>
                  <a:pt x="10543" y="496"/>
                </a:cubicBezTo>
                <a:close/>
                <a:moveTo>
                  <a:pt x="11024" y="496"/>
                </a:moveTo>
                <a:cubicBezTo>
                  <a:pt x="10978" y="496"/>
                  <a:pt x="10946" y="920"/>
                  <a:pt x="10946" y="1535"/>
                </a:cubicBezTo>
                <a:cubicBezTo>
                  <a:pt x="10946" y="1964"/>
                  <a:pt x="10937" y="2086"/>
                  <a:pt x="10901" y="2140"/>
                </a:cubicBezTo>
                <a:cubicBezTo>
                  <a:pt x="10849" y="2218"/>
                  <a:pt x="10845" y="2339"/>
                  <a:pt x="10883" y="2687"/>
                </a:cubicBezTo>
                <a:cubicBezTo>
                  <a:pt x="10907" y="2911"/>
                  <a:pt x="10912" y="2915"/>
                  <a:pt x="10936" y="2727"/>
                </a:cubicBezTo>
                <a:cubicBezTo>
                  <a:pt x="10960" y="2541"/>
                  <a:pt x="10966" y="2548"/>
                  <a:pt x="10989" y="2800"/>
                </a:cubicBezTo>
                <a:cubicBezTo>
                  <a:pt x="11022" y="3156"/>
                  <a:pt x="11027" y="3154"/>
                  <a:pt x="11120" y="2745"/>
                </a:cubicBezTo>
                <a:lnTo>
                  <a:pt x="11197" y="2407"/>
                </a:lnTo>
                <a:lnTo>
                  <a:pt x="11241" y="2681"/>
                </a:lnTo>
                <a:cubicBezTo>
                  <a:pt x="11298" y="3035"/>
                  <a:pt x="11373" y="3043"/>
                  <a:pt x="11373" y="2695"/>
                </a:cubicBezTo>
                <a:cubicBezTo>
                  <a:pt x="11373" y="2411"/>
                  <a:pt x="11340" y="2350"/>
                  <a:pt x="11315" y="2585"/>
                </a:cubicBezTo>
                <a:cubicBezTo>
                  <a:pt x="11304" y="2689"/>
                  <a:pt x="11290" y="2663"/>
                  <a:pt x="11269" y="2500"/>
                </a:cubicBezTo>
                <a:cubicBezTo>
                  <a:pt x="11236" y="2243"/>
                  <a:pt x="11249" y="1713"/>
                  <a:pt x="11296" y="1401"/>
                </a:cubicBezTo>
                <a:cubicBezTo>
                  <a:pt x="11335" y="1142"/>
                  <a:pt x="11288" y="755"/>
                  <a:pt x="11218" y="755"/>
                </a:cubicBezTo>
                <a:cubicBezTo>
                  <a:pt x="11180" y="755"/>
                  <a:pt x="11169" y="820"/>
                  <a:pt x="11175" y="1030"/>
                </a:cubicBezTo>
                <a:cubicBezTo>
                  <a:pt x="11179" y="1190"/>
                  <a:pt x="11165" y="1367"/>
                  <a:pt x="11141" y="1452"/>
                </a:cubicBezTo>
                <a:cubicBezTo>
                  <a:pt x="11109" y="1568"/>
                  <a:pt x="11095" y="1548"/>
                  <a:pt x="11069" y="1348"/>
                </a:cubicBezTo>
                <a:cubicBezTo>
                  <a:pt x="11046" y="1169"/>
                  <a:pt x="11043" y="1052"/>
                  <a:pt x="11061" y="931"/>
                </a:cubicBezTo>
                <a:cubicBezTo>
                  <a:pt x="11089" y="735"/>
                  <a:pt x="11069" y="496"/>
                  <a:pt x="11024" y="496"/>
                </a:cubicBezTo>
                <a:close/>
                <a:moveTo>
                  <a:pt x="12192" y="617"/>
                </a:moveTo>
                <a:cubicBezTo>
                  <a:pt x="12173" y="637"/>
                  <a:pt x="12159" y="781"/>
                  <a:pt x="12164" y="1039"/>
                </a:cubicBezTo>
                <a:cubicBezTo>
                  <a:pt x="12170" y="1407"/>
                  <a:pt x="12163" y="1466"/>
                  <a:pt x="12098" y="1575"/>
                </a:cubicBezTo>
                <a:cubicBezTo>
                  <a:pt x="12013" y="1718"/>
                  <a:pt x="12003" y="1882"/>
                  <a:pt x="12076" y="1942"/>
                </a:cubicBezTo>
                <a:cubicBezTo>
                  <a:pt x="12147" y="2000"/>
                  <a:pt x="12138" y="2333"/>
                  <a:pt x="12059" y="2563"/>
                </a:cubicBezTo>
                <a:lnTo>
                  <a:pt x="11991" y="2758"/>
                </a:lnTo>
                <a:lnTo>
                  <a:pt x="12057" y="2802"/>
                </a:lnTo>
                <a:cubicBezTo>
                  <a:pt x="12105" y="2834"/>
                  <a:pt x="12134" y="2765"/>
                  <a:pt x="12164" y="2545"/>
                </a:cubicBezTo>
                <a:lnTo>
                  <a:pt x="12206" y="2241"/>
                </a:lnTo>
                <a:lnTo>
                  <a:pt x="12256" y="2590"/>
                </a:lnTo>
                <a:cubicBezTo>
                  <a:pt x="12294" y="2856"/>
                  <a:pt x="12327" y="2940"/>
                  <a:pt x="12395" y="2946"/>
                </a:cubicBezTo>
                <a:lnTo>
                  <a:pt x="12483" y="2954"/>
                </a:lnTo>
                <a:lnTo>
                  <a:pt x="12367" y="2482"/>
                </a:lnTo>
                <a:cubicBezTo>
                  <a:pt x="12241" y="1973"/>
                  <a:pt x="12224" y="1802"/>
                  <a:pt x="12294" y="1697"/>
                </a:cubicBezTo>
                <a:cubicBezTo>
                  <a:pt x="12347" y="1618"/>
                  <a:pt x="12356" y="1273"/>
                  <a:pt x="12305" y="1273"/>
                </a:cubicBezTo>
                <a:cubicBezTo>
                  <a:pt x="12287" y="1273"/>
                  <a:pt x="12261" y="1125"/>
                  <a:pt x="12250" y="947"/>
                </a:cubicBezTo>
                <a:cubicBezTo>
                  <a:pt x="12233" y="702"/>
                  <a:pt x="12210" y="598"/>
                  <a:pt x="12192" y="617"/>
                </a:cubicBezTo>
                <a:close/>
                <a:moveTo>
                  <a:pt x="8969" y="626"/>
                </a:moveTo>
                <a:cubicBezTo>
                  <a:pt x="8934" y="626"/>
                  <a:pt x="8925" y="708"/>
                  <a:pt x="8927" y="1045"/>
                </a:cubicBezTo>
                <a:cubicBezTo>
                  <a:pt x="8929" y="1276"/>
                  <a:pt x="8923" y="1652"/>
                  <a:pt x="8914" y="1879"/>
                </a:cubicBezTo>
                <a:cubicBezTo>
                  <a:pt x="8904" y="2121"/>
                  <a:pt x="8908" y="2405"/>
                  <a:pt x="8923" y="2565"/>
                </a:cubicBezTo>
                <a:cubicBezTo>
                  <a:pt x="8943" y="2782"/>
                  <a:pt x="8966" y="2829"/>
                  <a:pt x="9032" y="2798"/>
                </a:cubicBezTo>
                <a:cubicBezTo>
                  <a:pt x="9131" y="2750"/>
                  <a:pt x="9141" y="2529"/>
                  <a:pt x="9047" y="2436"/>
                </a:cubicBezTo>
                <a:cubicBezTo>
                  <a:pt x="8955" y="2344"/>
                  <a:pt x="8951" y="1807"/>
                  <a:pt x="9041" y="1559"/>
                </a:cubicBezTo>
                <a:cubicBezTo>
                  <a:pt x="9114" y="1357"/>
                  <a:pt x="9120" y="1199"/>
                  <a:pt x="9058" y="1105"/>
                </a:cubicBezTo>
                <a:cubicBezTo>
                  <a:pt x="9033" y="1068"/>
                  <a:pt x="9013" y="945"/>
                  <a:pt x="9013" y="832"/>
                </a:cubicBezTo>
                <a:cubicBezTo>
                  <a:pt x="9013" y="713"/>
                  <a:pt x="8995" y="626"/>
                  <a:pt x="8969" y="626"/>
                </a:cubicBezTo>
                <a:close/>
                <a:moveTo>
                  <a:pt x="9920" y="630"/>
                </a:moveTo>
                <a:cubicBezTo>
                  <a:pt x="9860" y="635"/>
                  <a:pt x="9793" y="1209"/>
                  <a:pt x="9819" y="1496"/>
                </a:cubicBezTo>
                <a:cubicBezTo>
                  <a:pt x="9845" y="1788"/>
                  <a:pt x="9812" y="2308"/>
                  <a:pt x="9767" y="2308"/>
                </a:cubicBezTo>
                <a:cubicBezTo>
                  <a:pt x="9748" y="2308"/>
                  <a:pt x="9733" y="2380"/>
                  <a:pt x="9733" y="2470"/>
                </a:cubicBezTo>
                <a:cubicBezTo>
                  <a:pt x="9733" y="2698"/>
                  <a:pt x="9814" y="2965"/>
                  <a:pt x="9855" y="2873"/>
                </a:cubicBezTo>
                <a:cubicBezTo>
                  <a:pt x="9874" y="2830"/>
                  <a:pt x="9895" y="2880"/>
                  <a:pt x="9902" y="2988"/>
                </a:cubicBezTo>
                <a:cubicBezTo>
                  <a:pt x="9920" y="3254"/>
                  <a:pt x="10014" y="2995"/>
                  <a:pt x="10046" y="2592"/>
                </a:cubicBezTo>
                <a:cubicBezTo>
                  <a:pt x="10071" y="2281"/>
                  <a:pt x="10115" y="2313"/>
                  <a:pt x="10115" y="2642"/>
                </a:cubicBezTo>
                <a:cubicBezTo>
                  <a:pt x="10115" y="2871"/>
                  <a:pt x="10211" y="3145"/>
                  <a:pt x="10257" y="3045"/>
                </a:cubicBezTo>
                <a:cubicBezTo>
                  <a:pt x="10277" y="2999"/>
                  <a:pt x="10285" y="2858"/>
                  <a:pt x="10278" y="2648"/>
                </a:cubicBezTo>
                <a:cubicBezTo>
                  <a:pt x="10269" y="2366"/>
                  <a:pt x="10262" y="2343"/>
                  <a:pt x="10225" y="2474"/>
                </a:cubicBezTo>
                <a:cubicBezTo>
                  <a:pt x="10162" y="2701"/>
                  <a:pt x="10130" y="2444"/>
                  <a:pt x="10149" y="1861"/>
                </a:cubicBezTo>
                <a:cubicBezTo>
                  <a:pt x="10158" y="1597"/>
                  <a:pt x="10178" y="1351"/>
                  <a:pt x="10194" y="1316"/>
                </a:cubicBezTo>
                <a:cubicBezTo>
                  <a:pt x="10216" y="1268"/>
                  <a:pt x="10212" y="1189"/>
                  <a:pt x="10180" y="1004"/>
                </a:cubicBezTo>
                <a:cubicBezTo>
                  <a:pt x="10126" y="694"/>
                  <a:pt x="10073" y="685"/>
                  <a:pt x="10054" y="982"/>
                </a:cubicBezTo>
                <a:cubicBezTo>
                  <a:pt x="10046" y="1106"/>
                  <a:pt x="10030" y="1281"/>
                  <a:pt x="10018" y="1371"/>
                </a:cubicBezTo>
                <a:cubicBezTo>
                  <a:pt x="9984" y="1629"/>
                  <a:pt x="9932" y="1308"/>
                  <a:pt x="9949" y="933"/>
                </a:cubicBezTo>
                <a:cubicBezTo>
                  <a:pt x="9959" y="690"/>
                  <a:pt x="9953" y="626"/>
                  <a:pt x="9920" y="630"/>
                </a:cubicBezTo>
                <a:close/>
                <a:moveTo>
                  <a:pt x="11745" y="632"/>
                </a:moveTo>
                <a:cubicBezTo>
                  <a:pt x="11723" y="637"/>
                  <a:pt x="11688" y="680"/>
                  <a:pt x="11638" y="761"/>
                </a:cubicBezTo>
                <a:cubicBezTo>
                  <a:pt x="11554" y="895"/>
                  <a:pt x="11554" y="896"/>
                  <a:pt x="11590" y="1219"/>
                </a:cubicBezTo>
                <a:cubicBezTo>
                  <a:pt x="11626" y="1529"/>
                  <a:pt x="11625" y="1546"/>
                  <a:pt x="11579" y="1616"/>
                </a:cubicBezTo>
                <a:cubicBezTo>
                  <a:pt x="11524" y="1698"/>
                  <a:pt x="11519" y="1799"/>
                  <a:pt x="11557" y="2017"/>
                </a:cubicBezTo>
                <a:cubicBezTo>
                  <a:pt x="11587" y="2194"/>
                  <a:pt x="11545" y="2567"/>
                  <a:pt x="11494" y="2567"/>
                </a:cubicBezTo>
                <a:cubicBezTo>
                  <a:pt x="11477" y="2567"/>
                  <a:pt x="11463" y="2630"/>
                  <a:pt x="11463" y="2709"/>
                </a:cubicBezTo>
                <a:cubicBezTo>
                  <a:pt x="11463" y="2896"/>
                  <a:pt x="11574" y="2741"/>
                  <a:pt x="11623" y="2484"/>
                </a:cubicBezTo>
                <a:cubicBezTo>
                  <a:pt x="11656" y="2315"/>
                  <a:pt x="11667" y="2330"/>
                  <a:pt x="11725" y="2620"/>
                </a:cubicBezTo>
                <a:cubicBezTo>
                  <a:pt x="11763" y="2814"/>
                  <a:pt x="11817" y="2948"/>
                  <a:pt x="11858" y="2950"/>
                </a:cubicBezTo>
                <a:cubicBezTo>
                  <a:pt x="11962" y="2956"/>
                  <a:pt x="11968" y="2810"/>
                  <a:pt x="11873" y="2559"/>
                </a:cubicBezTo>
                <a:cubicBezTo>
                  <a:pt x="11827" y="2436"/>
                  <a:pt x="11769" y="2240"/>
                  <a:pt x="11744" y="2124"/>
                </a:cubicBezTo>
                <a:cubicBezTo>
                  <a:pt x="11699" y="1913"/>
                  <a:pt x="11699" y="1909"/>
                  <a:pt x="11750" y="1703"/>
                </a:cubicBezTo>
                <a:cubicBezTo>
                  <a:pt x="11798" y="1508"/>
                  <a:pt x="11798" y="1487"/>
                  <a:pt x="11761" y="1328"/>
                </a:cubicBezTo>
                <a:cubicBezTo>
                  <a:pt x="11729" y="1193"/>
                  <a:pt x="11727" y="1127"/>
                  <a:pt x="11750" y="996"/>
                </a:cubicBezTo>
                <a:cubicBezTo>
                  <a:pt x="11765" y="906"/>
                  <a:pt x="11778" y="786"/>
                  <a:pt x="11778" y="729"/>
                </a:cubicBezTo>
                <a:cubicBezTo>
                  <a:pt x="11778" y="660"/>
                  <a:pt x="11768" y="626"/>
                  <a:pt x="11745" y="632"/>
                </a:cubicBezTo>
                <a:close/>
                <a:moveTo>
                  <a:pt x="8729" y="883"/>
                </a:moveTo>
                <a:cubicBezTo>
                  <a:pt x="8680" y="883"/>
                  <a:pt x="8673" y="930"/>
                  <a:pt x="8684" y="1176"/>
                </a:cubicBezTo>
                <a:cubicBezTo>
                  <a:pt x="8694" y="1385"/>
                  <a:pt x="8683" y="1529"/>
                  <a:pt x="8648" y="1686"/>
                </a:cubicBezTo>
                <a:cubicBezTo>
                  <a:pt x="8599" y="1901"/>
                  <a:pt x="8599" y="1912"/>
                  <a:pt x="8640" y="2089"/>
                </a:cubicBezTo>
                <a:cubicBezTo>
                  <a:pt x="8694" y="2318"/>
                  <a:pt x="8675" y="2656"/>
                  <a:pt x="8598" y="2824"/>
                </a:cubicBezTo>
                <a:cubicBezTo>
                  <a:pt x="8542" y="2948"/>
                  <a:pt x="8528" y="3091"/>
                  <a:pt x="8556" y="3256"/>
                </a:cubicBezTo>
                <a:cubicBezTo>
                  <a:pt x="8619" y="3619"/>
                  <a:pt x="8760" y="2908"/>
                  <a:pt x="8801" y="2023"/>
                </a:cubicBezTo>
                <a:cubicBezTo>
                  <a:pt x="8837" y="1233"/>
                  <a:pt x="8815" y="883"/>
                  <a:pt x="8729" y="883"/>
                </a:cubicBezTo>
                <a:close/>
                <a:moveTo>
                  <a:pt x="20633" y="2859"/>
                </a:moveTo>
                <a:lnTo>
                  <a:pt x="19998" y="3422"/>
                </a:lnTo>
                <a:cubicBezTo>
                  <a:pt x="19649" y="3731"/>
                  <a:pt x="19196" y="4134"/>
                  <a:pt x="18992" y="4317"/>
                </a:cubicBezTo>
                <a:cubicBezTo>
                  <a:pt x="18788" y="4500"/>
                  <a:pt x="18460" y="4792"/>
                  <a:pt x="18262" y="4967"/>
                </a:cubicBezTo>
                <a:cubicBezTo>
                  <a:pt x="17838" y="5341"/>
                  <a:pt x="17629" y="5535"/>
                  <a:pt x="17560" y="5617"/>
                </a:cubicBezTo>
                <a:cubicBezTo>
                  <a:pt x="17515" y="5669"/>
                  <a:pt x="17509" y="5759"/>
                  <a:pt x="17509" y="6315"/>
                </a:cubicBezTo>
                <a:cubicBezTo>
                  <a:pt x="17509" y="6665"/>
                  <a:pt x="17501" y="6973"/>
                  <a:pt x="17492" y="7002"/>
                </a:cubicBezTo>
                <a:cubicBezTo>
                  <a:pt x="17483" y="7030"/>
                  <a:pt x="17318" y="6951"/>
                  <a:pt x="17127" y="6823"/>
                </a:cubicBezTo>
                <a:cubicBezTo>
                  <a:pt x="16675" y="6522"/>
                  <a:pt x="16557" y="6525"/>
                  <a:pt x="16273" y="6840"/>
                </a:cubicBezTo>
                <a:cubicBezTo>
                  <a:pt x="16143" y="6983"/>
                  <a:pt x="15799" y="7330"/>
                  <a:pt x="15509" y="7613"/>
                </a:cubicBezTo>
                <a:cubicBezTo>
                  <a:pt x="14731" y="8371"/>
                  <a:pt x="14395" y="8727"/>
                  <a:pt x="14369" y="8820"/>
                </a:cubicBezTo>
                <a:cubicBezTo>
                  <a:pt x="14355" y="8868"/>
                  <a:pt x="14339" y="9917"/>
                  <a:pt x="14329" y="11363"/>
                </a:cubicBezTo>
                <a:cubicBezTo>
                  <a:pt x="14320" y="12717"/>
                  <a:pt x="14303" y="13859"/>
                  <a:pt x="14292" y="13900"/>
                </a:cubicBezTo>
                <a:cubicBezTo>
                  <a:pt x="14281" y="13941"/>
                  <a:pt x="14260" y="13792"/>
                  <a:pt x="14247" y="13572"/>
                </a:cubicBezTo>
                <a:cubicBezTo>
                  <a:pt x="14231" y="13313"/>
                  <a:pt x="14210" y="13185"/>
                  <a:pt x="14186" y="13207"/>
                </a:cubicBezTo>
                <a:cubicBezTo>
                  <a:pt x="14161" y="13231"/>
                  <a:pt x="14147" y="13134"/>
                  <a:pt x="14142" y="12900"/>
                </a:cubicBezTo>
                <a:cubicBezTo>
                  <a:pt x="14138" y="12711"/>
                  <a:pt x="14115" y="12454"/>
                  <a:pt x="14091" y="12329"/>
                </a:cubicBezTo>
                <a:cubicBezTo>
                  <a:pt x="14067" y="12204"/>
                  <a:pt x="14048" y="11994"/>
                  <a:pt x="14048" y="11863"/>
                </a:cubicBezTo>
                <a:cubicBezTo>
                  <a:pt x="14048" y="11389"/>
                  <a:pt x="13967" y="11594"/>
                  <a:pt x="13935" y="12148"/>
                </a:cubicBezTo>
                <a:cubicBezTo>
                  <a:pt x="13919" y="12437"/>
                  <a:pt x="13889" y="12724"/>
                  <a:pt x="13869" y="12786"/>
                </a:cubicBezTo>
                <a:cubicBezTo>
                  <a:pt x="13846" y="12863"/>
                  <a:pt x="13834" y="13087"/>
                  <a:pt x="13834" y="13461"/>
                </a:cubicBezTo>
                <a:cubicBezTo>
                  <a:pt x="13834" y="13913"/>
                  <a:pt x="13826" y="14016"/>
                  <a:pt x="13795" y="14001"/>
                </a:cubicBezTo>
                <a:cubicBezTo>
                  <a:pt x="13749" y="13980"/>
                  <a:pt x="13747" y="14015"/>
                  <a:pt x="13779" y="14353"/>
                </a:cubicBezTo>
                <a:cubicBezTo>
                  <a:pt x="13798" y="14564"/>
                  <a:pt x="13793" y="14625"/>
                  <a:pt x="13745" y="14730"/>
                </a:cubicBezTo>
                <a:cubicBezTo>
                  <a:pt x="13687" y="14857"/>
                  <a:pt x="13667" y="15285"/>
                  <a:pt x="13711" y="15443"/>
                </a:cubicBezTo>
                <a:cubicBezTo>
                  <a:pt x="13754" y="15595"/>
                  <a:pt x="13708" y="15767"/>
                  <a:pt x="13624" y="15767"/>
                </a:cubicBezTo>
                <a:cubicBezTo>
                  <a:pt x="13578" y="15767"/>
                  <a:pt x="13528" y="15837"/>
                  <a:pt x="13513" y="15923"/>
                </a:cubicBezTo>
                <a:cubicBezTo>
                  <a:pt x="13441" y="16334"/>
                  <a:pt x="13433" y="15834"/>
                  <a:pt x="13423" y="10559"/>
                </a:cubicBezTo>
                <a:lnTo>
                  <a:pt x="13413" y="5347"/>
                </a:lnTo>
                <a:lnTo>
                  <a:pt x="13483" y="4969"/>
                </a:lnTo>
                <a:cubicBezTo>
                  <a:pt x="13525" y="4742"/>
                  <a:pt x="13554" y="4457"/>
                  <a:pt x="13554" y="4266"/>
                </a:cubicBezTo>
                <a:lnTo>
                  <a:pt x="13554" y="3946"/>
                </a:lnTo>
                <a:lnTo>
                  <a:pt x="12032" y="4033"/>
                </a:lnTo>
                <a:cubicBezTo>
                  <a:pt x="11196" y="4080"/>
                  <a:pt x="9916" y="4120"/>
                  <a:pt x="9187" y="4120"/>
                </a:cubicBezTo>
                <a:lnTo>
                  <a:pt x="7861" y="4120"/>
                </a:lnTo>
                <a:lnTo>
                  <a:pt x="7988" y="4948"/>
                </a:lnTo>
                <a:lnTo>
                  <a:pt x="8114" y="5777"/>
                </a:lnTo>
                <a:lnTo>
                  <a:pt x="8114" y="10828"/>
                </a:lnTo>
                <a:cubicBezTo>
                  <a:pt x="8114" y="13607"/>
                  <a:pt x="8106" y="15911"/>
                  <a:pt x="8095" y="15949"/>
                </a:cubicBezTo>
                <a:cubicBezTo>
                  <a:pt x="8084" y="15987"/>
                  <a:pt x="8057" y="15903"/>
                  <a:pt x="8035" y="15763"/>
                </a:cubicBezTo>
                <a:cubicBezTo>
                  <a:pt x="8013" y="15622"/>
                  <a:pt x="8004" y="15508"/>
                  <a:pt x="8014" y="15508"/>
                </a:cubicBezTo>
                <a:cubicBezTo>
                  <a:pt x="8051" y="15508"/>
                  <a:pt x="7945" y="15127"/>
                  <a:pt x="7908" y="15123"/>
                </a:cubicBezTo>
                <a:cubicBezTo>
                  <a:pt x="7857" y="15117"/>
                  <a:pt x="7833" y="14875"/>
                  <a:pt x="7865" y="14694"/>
                </a:cubicBezTo>
                <a:cubicBezTo>
                  <a:pt x="7901" y="14485"/>
                  <a:pt x="7896" y="14170"/>
                  <a:pt x="7857" y="14254"/>
                </a:cubicBezTo>
                <a:cubicBezTo>
                  <a:pt x="7812" y="14355"/>
                  <a:pt x="7773" y="14032"/>
                  <a:pt x="7779" y="13604"/>
                </a:cubicBezTo>
                <a:cubicBezTo>
                  <a:pt x="7788" y="12899"/>
                  <a:pt x="7780" y="12765"/>
                  <a:pt x="7732" y="12853"/>
                </a:cubicBezTo>
                <a:cubicBezTo>
                  <a:pt x="7698" y="12915"/>
                  <a:pt x="7682" y="12860"/>
                  <a:pt x="7667" y="12632"/>
                </a:cubicBezTo>
                <a:cubicBezTo>
                  <a:pt x="7656" y="12465"/>
                  <a:pt x="7624" y="12047"/>
                  <a:pt x="7596" y="11703"/>
                </a:cubicBezTo>
                <a:lnTo>
                  <a:pt x="7545" y="11079"/>
                </a:lnTo>
                <a:lnTo>
                  <a:pt x="7503" y="11383"/>
                </a:lnTo>
                <a:cubicBezTo>
                  <a:pt x="7479" y="11551"/>
                  <a:pt x="7450" y="11829"/>
                  <a:pt x="7438" y="11999"/>
                </a:cubicBezTo>
                <a:cubicBezTo>
                  <a:pt x="7426" y="12169"/>
                  <a:pt x="7410" y="12269"/>
                  <a:pt x="7402" y="12223"/>
                </a:cubicBezTo>
                <a:cubicBezTo>
                  <a:pt x="7394" y="12178"/>
                  <a:pt x="7370" y="12235"/>
                  <a:pt x="7348" y="12347"/>
                </a:cubicBezTo>
                <a:cubicBezTo>
                  <a:pt x="7326" y="12462"/>
                  <a:pt x="7281" y="12531"/>
                  <a:pt x="7245" y="12507"/>
                </a:cubicBezTo>
                <a:lnTo>
                  <a:pt x="7182" y="12466"/>
                </a:lnTo>
                <a:lnTo>
                  <a:pt x="7164" y="11049"/>
                </a:lnTo>
                <a:cubicBezTo>
                  <a:pt x="7155" y="10270"/>
                  <a:pt x="7144" y="9626"/>
                  <a:pt x="7141" y="9616"/>
                </a:cubicBezTo>
                <a:cubicBezTo>
                  <a:pt x="7125" y="9551"/>
                  <a:pt x="5699" y="6535"/>
                  <a:pt x="5258" y="5633"/>
                </a:cubicBezTo>
                <a:lnTo>
                  <a:pt x="4729" y="4550"/>
                </a:lnTo>
                <a:lnTo>
                  <a:pt x="4396" y="4819"/>
                </a:lnTo>
                <a:cubicBezTo>
                  <a:pt x="4104" y="5056"/>
                  <a:pt x="4061" y="5122"/>
                  <a:pt x="4046" y="5353"/>
                </a:cubicBezTo>
                <a:cubicBezTo>
                  <a:pt x="4030" y="5598"/>
                  <a:pt x="3977" y="5654"/>
                  <a:pt x="3350" y="6058"/>
                </a:cubicBezTo>
                <a:cubicBezTo>
                  <a:pt x="2787" y="6422"/>
                  <a:pt x="2649" y="6473"/>
                  <a:pt x="2535" y="6364"/>
                </a:cubicBezTo>
                <a:cubicBezTo>
                  <a:pt x="2370" y="6207"/>
                  <a:pt x="2062" y="6472"/>
                  <a:pt x="1990" y="6833"/>
                </a:cubicBezTo>
                <a:cubicBezTo>
                  <a:pt x="1922" y="7176"/>
                  <a:pt x="1228" y="7707"/>
                  <a:pt x="1078" y="7530"/>
                </a:cubicBezTo>
                <a:cubicBezTo>
                  <a:pt x="929" y="7354"/>
                  <a:pt x="705" y="7553"/>
                  <a:pt x="691" y="7874"/>
                </a:cubicBezTo>
                <a:cubicBezTo>
                  <a:pt x="680" y="8099"/>
                  <a:pt x="648" y="8163"/>
                  <a:pt x="456" y="8330"/>
                </a:cubicBezTo>
                <a:lnTo>
                  <a:pt x="360" y="8413"/>
                </a:lnTo>
                <a:lnTo>
                  <a:pt x="359" y="9209"/>
                </a:lnTo>
                <a:cubicBezTo>
                  <a:pt x="359" y="9647"/>
                  <a:pt x="350" y="11314"/>
                  <a:pt x="340" y="12910"/>
                </a:cubicBezTo>
                <a:cubicBezTo>
                  <a:pt x="323" y="15460"/>
                  <a:pt x="316" y="15830"/>
                  <a:pt x="281" y="15977"/>
                </a:cubicBezTo>
                <a:cubicBezTo>
                  <a:pt x="228" y="16202"/>
                  <a:pt x="200" y="16078"/>
                  <a:pt x="217" y="15692"/>
                </a:cubicBezTo>
                <a:cubicBezTo>
                  <a:pt x="230" y="15377"/>
                  <a:pt x="197" y="15250"/>
                  <a:pt x="169" y="15510"/>
                </a:cubicBezTo>
                <a:cubicBezTo>
                  <a:pt x="161" y="15582"/>
                  <a:pt x="145" y="15605"/>
                  <a:pt x="133" y="15562"/>
                </a:cubicBezTo>
                <a:cubicBezTo>
                  <a:pt x="112" y="15487"/>
                  <a:pt x="118" y="14999"/>
                  <a:pt x="144" y="14600"/>
                </a:cubicBezTo>
                <a:cubicBezTo>
                  <a:pt x="153" y="14470"/>
                  <a:pt x="133" y="14341"/>
                  <a:pt x="85" y="14204"/>
                </a:cubicBezTo>
                <a:cubicBezTo>
                  <a:pt x="39" y="14076"/>
                  <a:pt x="19" y="13962"/>
                  <a:pt x="0" y="13643"/>
                </a:cubicBezTo>
                <a:lnTo>
                  <a:pt x="0" y="21590"/>
                </a:lnTo>
                <a:lnTo>
                  <a:pt x="10800" y="21590"/>
                </a:lnTo>
                <a:lnTo>
                  <a:pt x="21600" y="21590"/>
                </a:lnTo>
                <a:lnTo>
                  <a:pt x="21600" y="3841"/>
                </a:lnTo>
                <a:cubicBezTo>
                  <a:pt x="21529" y="3750"/>
                  <a:pt x="21367" y="3572"/>
                  <a:pt x="21142" y="3353"/>
                </a:cubicBezTo>
                <a:lnTo>
                  <a:pt x="20633" y="2859"/>
                </a:lnTo>
                <a:close/>
                <a:moveTo>
                  <a:pt x="9274" y="2954"/>
                </a:moveTo>
                <a:cubicBezTo>
                  <a:pt x="9254" y="2954"/>
                  <a:pt x="9238" y="3046"/>
                  <a:pt x="9238" y="3159"/>
                </a:cubicBezTo>
                <a:cubicBezTo>
                  <a:pt x="9238" y="3387"/>
                  <a:pt x="9286" y="3348"/>
                  <a:pt x="9300" y="3108"/>
                </a:cubicBezTo>
                <a:cubicBezTo>
                  <a:pt x="9305" y="3023"/>
                  <a:pt x="9293" y="2954"/>
                  <a:pt x="9274" y="2954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155" name="第三十三届“冯如杯”竞赛主赛道论文组参赛作品院审答辩"/>
          <p:cNvSpPr/>
          <p:nvPr/>
        </p:nvSpPr>
        <p:spPr>
          <a:xfrm>
            <a:off x="6096000" y="2056173"/>
            <a:ext cx="575651" cy="396875"/>
          </a:xfrm>
          <a:prstGeom prst="lin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>
              <a:defRPr sz="4500"/>
            </a:lvl1pPr>
          </a:lstStyle>
          <a:p>
            <a:endParaRPr sz="2250" dirty="0"/>
          </a:p>
        </p:txBody>
      </p:sp>
      <p:sp>
        <p:nvSpPr>
          <p:cNvPr id="2" name="矩形 1"/>
          <p:cNvSpPr/>
          <p:nvPr/>
        </p:nvSpPr>
        <p:spPr>
          <a:xfrm>
            <a:off x="2823146" y="412163"/>
            <a:ext cx="7399953" cy="29654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958" y="310929"/>
            <a:ext cx="2675965" cy="620782"/>
          </a:xfrm>
          <a:prstGeom prst="rect">
            <a:avLst/>
          </a:prstGeom>
        </p:spPr>
      </p:pic>
      <p:sp>
        <p:nvSpPr>
          <p:cNvPr id="5" name="新型反钙钛矿结构近零热膨胀材料设计与制备"/>
          <p:cNvSpPr txBox="1"/>
          <p:nvPr>
            <p:custDataLst>
              <p:tags r:id="rId4"/>
            </p:custDataLst>
          </p:nvPr>
        </p:nvSpPr>
        <p:spPr>
          <a:xfrm>
            <a:off x="1481455" y="2039938"/>
            <a:ext cx="8976360" cy="1589405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9000" b="1">
                <a:solidFill>
                  <a:srgbClr val="2C66B1"/>
                </a:solidFill>
              </a:defRPr>
            </a:lvl1pPr>
          </a:lstStyle>
          <a:p>
            <a:pPr algn="ctr"/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 5.3</a:t>
            </a:r>
            <a:endParaRPr lang="en-US" altLang="zh-CN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平台管理端</a:t>
            </a:r>
            <a:r>
              <a:rPr lang="zh-CN" altLang="en-US" sz="32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32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9"/>
          <p:cNvSpPr txBox="1"/>
          <p:nvPr/>
        </p:nvSpPr>
        <p:spPr>
          <a:xfrm>
            <a:off x="720652" y="214670"/>
            <a:ext cx="1154789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数据面板和全局管理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" descr="Picture 1"/>
          <p:cNvPicPr>
            <a:picLocks noChangeAspect="1"/>
          </p:cNvPicPr>
          <p:nvPr/>
        </p:nvPicPr>
        <p:blipFill>
          <a:blip r:embed="rId1"/>
          <a:srcRect l="3027" t="71036" r="3027"/>
          <a:stretch>
            <a:fillRect/>
          </a:stretch>
        </p:blipFill>
        <p:spPr>
          <a:xfrm>
            <a:off x="-4366" y="4738347"/>
            <a:ext cx="12200732" cy="2115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0" extrusionOk="0">
                <a:moveTo>
                  <a:pt x="12883" y="0"/>
                </a:moveTo>
                <a:cubicBezTo>
                  <a:pt x="12873" y="3"/>
                  <a:pt x="12860" y="35"/>
                  <a:pt x="12846" y="101"/>
                </a:cubicBezTo>
                <a:cubicBezTo>
                  <a:pt x="12827" y="191"/>
                  <a:pt x="12796" y="229"/>
                  <a:pt x="12775" y="184"/>
                </a:cubicBezTo>
                <a:cubicBezTo>
                  <a:pt x="12754" y="137"/>
                  <a:pt x="12728" y="187"/>
                  <a:pt x="12713" y="302"/>
                </a:cubicBezTo>
                <a:cubicBezTo>
                  <a:pt x="12699" y="411"/>
                  <a:pt x="12656" y="514"/>
                  <a:pt x="12618" y="530"/>
                </a:cubicBezTo>
                <a:cubicBezTo>
                  <a:pt x="12554" y="558"/>
                  <a:pt x="12550" y="587"/>
                  <a:pt x="12566" y="909"/>
                </a:cubicBezTo>
                <a:cubicBezTo>
                  <a:pt x="12578" y="1152"/>
                  <a:pt x="12573" y="1303"/>
                  <a:pt x="12551" y="1409"/>
                </a:cubicBezTo>
                <a:cubicBezTo>
                  <a:pt x="12534" y="1493"/>
                  <a:pt x="12519" y="1643"/>
                  <a:pt x="12519" y="1741"/>
                </a:cubicBezTo>
                <a:cubicBezTo>
                  <a:pt x="12519" y="2003"/>
                  <a:pt x="12602" y="2436"/>
                  <a:pt x="12653" y="2436"/>
                </a:cubicBezTo>
                <a:cubicBezTo>
                  <a:pt x="12715" y="2436"/>
                  <a:pt x="12735" y="2699"/>
                  <a:pt x="12679" y="2784"/>
                </a:cubicBezTo>
                <a:cubicBezTo>
                  <a:pt x="12625" y="2865"/>
                  <a:pt x="12620" y="2967"/>
                  <a:pt x="12659" y="3189"/>
                </a:cubicBezTo>
                <a:cubicBezTo>
                  <a:pt x="12716" y="3520"/>
                  <a:pt x="12767" y="3278"/>
                  <a:pt x="12767" y="2673"/>
                </a:cubicBezTo>
                <a:cubicBezTo>
                  <a:pt x="12767" y="2521"/>
                  <a:pt x="12785" y="2384"/>
                  <a:pt x="12812" y="2345"/>
                </a:cubicBezTo>
                <a:cubicBezTo>
                  <a:pt x="12862" y="2268"/>
                  <a:pt x="12868" y="2165"/>
                  <a:pt x="12832" y="1956"/>
                </a:cubicBezTo>
                <a:cubicBezTo>
                  <a:pt x="12796" y="1753"/>
                  <a:pt x="12823" y="1565"/>
                  <a:pt x="12902" y="1466"/>
                </a:cubicBezTo>
                <a:cubicBezTo>
                  <a:pt x="12977" y="1371"/>
                  <a:pt x="12993" y="1142"/>
                  <a:pt x="12925" y="1142"/>
                </a:cubicBezTo>
                <a:cubicBezTo>
                  <a:pt x="12863" y="1142"/>
                  <a:pt x="12854" y="983"/>
                  <a:pt x="12892" y="561"/>
                </a:cubicBezTo>
                <a:cubicBezTo>
                  <a:pt x="12921" y="235"/>
                  <a:pt x="12912" y="-10"/>
                  <a:pt x="12883" y="0"/>
                </a:cubicBezTo>
                <a:close/>
                <a:moveTo>
                  <a:pt x="9425" y="496"/>
                </a:moveTo>
                <a:cubicBezTo>
                  <a:pt x="9381" y="496"/>
                  <a:pt x="9372" y="553"/>
                  <a:pt x="9377" y="779"/>
                </a:cubicBezTo>
                <a:cubicBezTo>
                  <a:pt x="9383" y="1004"/>
                  <a:pt x="9369" y="1092"/>
                  <a:pt x="9311" y="1188"/>
                </a:cubicBezTo>
                <a:cubicBezTo>
                  <a:pt x="9271" y="1256"/>
                  <a:pt x="9238" y="1388"/>
                  <a:pt x="9238" y="1484"/>
                </a:cubicBezTo>
                <a:cubicBezTo>
                  <a:pt x="9238" y="1698"/>
                  <a:pt x="9265" y="1710"/>
                  <a:pt x="9300" y="1512"/>
                </a:cubicBezTo>
                <a:cubicBezTo>
                  <a:pt x="9314" y="1432"/>
                  <a:pt x="9342" y="1405"/>
                  <a:pt x="9363" y="1452"/>
                </a:cubicBezTo>
                <a:cubicBezTo>
                  <a:pt x="9399" y="1530"/>
                  <a:pt x="9399" y="1553"/>
                  <a:pt x="9361" y="1794"/>
                </a:cubicBezTo>
                <a:cubicBezTo>
                  <a:pt x="9322" y="2044"/>
                  <a:pt x="9322" y="2065"/>
                  <a:pt x="9369" y="2432"/>
                </a:cubicBezTo>
                <a:cubicBezTo>
                  <a:pt x="9396" y="2641"/>
                  <a:pt x="9408" y="2843"/>
                  <a:pt x="9396" y="2885"/>
                </a:cubicBezTo>
                <a:cubicBezTo>
                  <a:pt x="9384" y="2927"/>
                  <a:pt x="9380" y="3048"/>
                  <a:pt x="9387" y="3152"/>
                </a:cubicBezTo>
                <a:cubicBezTo>
                  <a:pt x="9406" y="3431"/>
                  <a:pt x="9463" y="3385"/>
                  <a:pt x="9463" y="3092"/>
                </a:cubicBezTo>
                <a:cubicBezTo>
                  <a:pt x="9463" y="2746"/>
                  <a:pt x="9497" y="2655"/>
                  <a:pt x="9552" y="2853"/>
                </a:cubicBezTo>
                <a:cubicBezTo>
                  <a:pt x="9591" y="2991"/>
                  <a:pt x="9603" y="2987"/>
                  <a:pt x="9620" y="2830"/>
                </a:cubicBezTo>
                <a:cubicBezTo>
                  <a:pt x="9646" y="2585"/>
                  <a:pt x="9628" y="2436"/>
                  <a:pt x="9573" y="2436"/>
                </a:cubicBezTo>
                <a:cubicBezTo>
                  <a:pt x="9514" y="2436"/>
                  <a:pt x="9491" y="2053"/>
                  <a:pt x="9538" y="1853"/>
                </a:cubicBezTo>
                <a:cubicBezTo>
                  <a:pt x="9593" y="1621"/>
                  <a:pt x="9584" y="1551"/>
                  <a:pt x="9496" y="1506"/>
                </a:cubicBezTo>
                <a:cubicBezTo>
                  <a:pt x="9373" y="1444"/>
                  <a:pt x="9393" y="1212"/>
                  <a:pt x="9525" y="1168"/>
                </a:cubicBezTo>
                <a:cubicBezTo>
                  <a:pt x="9640" y="1130"/>
                  <a:pt x="9696" y="883"/>
                  <a:pt x="9589" y="883"/>
                </a:cubicBezTo>
                <a:cubicBezTo>
                  <a:pt x="9560" y="883"/>
                  <a:pt x="9523" y="795"/>
                  <a:pt x="9508" y="688"/>
                </a:cubicBezTo>
                <a:cubicBezTo>
                  <a:pt x="9492" y="582"/>
                  <a:pt x="9455" y="496"/>
                  <a:pt x="9425" y="496"/>
                </a:cubicBezTo>
                <a:close/>
                <a:moveTo>
                  <a:pt x="10543" y="496"/>
                </a:moveTo>
                <a:cubicBezTo>
                  <a:pt x="10467" y="496"/>
                  <a:pt x="10444" y="613"/>
                  <a:pt x="10476" y="834"/>
                </a:cubicBezTo>
                <a:cubicBezTo>
                  <a:pt x="10510" y="1069"/>
                  <a:pt x="10480" y="1330"/>
                  <a:pt x="10441" y="1142"/>
                </a:cubicBezTo>
                <a:cubicBezTo>
                  <a:pt x="10418" y="1034"/>
                  <a:pt x="10402" y="1070"/>
                  <a:pt x="10377" y="1282"/>
                </a:cubicBezTo>
                <a:cubicBezTo>
                  <a:pt x="10332" y="1653"/>
                  <a:pt x="10352" y="1905"/>
                  <a:pt x="10424" y="1877"/>
                </a:cubicBezTo>
                <a:cubicBezTo>
                  <a:pt x="10473" y="1858"/>
                  <a:pt x="10485" y="1923"/>
                  <a:pt x="10498" y="2280"/>
                </a:cubicBezTo>
                <a:cubicBezTo>
                  <a:pt x="10511" y="2620"/>
                  <a:pt x="10505" y="2730"/>
                  <a:pt x="10472" y="2835"/>
                </a:cubicBezTo>
                <a:cubicBezTo>
                  <a:pt x="10448" y="2906"/>
                  <a:pt x="10429" y="3025"/>
                  <a:pt x="10429" y="3102"/>
                </a:cubicBezTo>
                <a:cubicBezTo>
                  <a:pt x="10429" y="3191"/>
                  <a:pt x="10451" y="3206"/>
                  <a:pt x="10491" y="3144"/>
                </a:cubicBezTo>
                <a:cubicBezTo>
                  <a:pt x="10525" y="3091"/>
                  <a:pt x="10587" y="3012"/>
                  <a:pt x="10630" y="2968"/>
                </a:cubicBezTo>
                <a:cubicBezTo>
                  <a:pt x="10719" y="2876"/>
                  <a:pt x="10747" y="2606"/>
                  <a:pt x="10673" y="2545"/>
                </a:cubicBezTo>
                <a:cubicBezTo>
                  <a:pt x="10571" y="2460"/>
                  <a:pt x="10640" y="1273"/>
                  <a:pt x="10747" y="1273"/>
                </a:cubicBezTo>
                <a:cubicBezTo>
                  <a:pt x="10770" y="1273"/>
                  <a:pt x="10789" y="1220"/>
                  <a:pt x="10789" y="1158"/>
                </a:cubicBezTo>
                <a:cubicBezTo>
                  <a:pt x="10789" y="940"/>
                  <a:pt x="10730" y="765"/>
                  <a:pt x="10681" y="838"/>
                </a:cubicBezTo>
                <a:cubicBezTo>
                  <a:pt x="10648" y="888"/>
                  <a:pt x="10627" y="845"/>
                  <a:pt x="10618" y="704"/>
                </a:cubicBezTo>
                <a:cubicBezTo>
                  <a:pt x="10610" y="583"/>
                  <a:pt x="10578" y="496"/>
                  <a:pt x="10543" y="496"/>
                </a:cubicBezTo>
                <a:close/>
                <a:moveTo>
                  <a:pt x="11024" y="496"/>
                </a:moveTo>
                <a:cubicBezTo>
                  <a:pt x="10978" y="496"/>
                  <a:pt x="10946" y="920"/>
                  <a:pt x="10946" y="1535"/>
                </a:cubicBezTo>
                <a:cubicBezTo>
                  <a:pt x="10946" y="1964"/>
                  <a:pt x="10937" y="2086"/>
                  <a:pt x="10901" y="2140"/>
                </a:cubicBezTo>
                <a:cubicBezTo>
                  <a:pt x="10849" y="2218"/>
                  <a:pt x="10845" y="2339"/>
                  <a:pt x="10883" y="2687"/>
                </a:cubicBezTo>
                <a:cubicBezTo>
                  <a:pt x="10907" y="2911"/>
                  <a:pt x="10912" y="2915"/>
                  <a:pt x="10936" y="2727"/>
                </a:cubicBezTo>
                <a:cubicBezTo>
                  <a:pt x="10960" y="2541"/>
                  <a:pt x="10966" y="2548"/>
                  <a:pt x="10989" y="2800"/>
                </a:cubicBezTo>
                <a:cubicBezTo>
                  <a:pt x="11022" y="3156"/>
                  <a:pt x="11027" y="3154"/>
                  <a:pt x="11120" y="2745"/>
                </a:cubicBezTo>
                <a:lnTo>
                  <a:pt x="11197" y="2407"/>
                </a:lnTo>
                <a:lnTo>
                  <a:pt x="11241" y="2681"/>
                </a:lnTo>
                <a:cubicBezTo>
                  <a:pt x="11298" y="3035"/>
                  <a:pt x="11373" y="3043"/>
                  <a:pt x="11373" y="2695"/>
                </a:cubicBezTo>
                <a:cubicBezTo>
                  <a:pt x="11373" y="2411"/>
                  <a:pt x="11340" y="2350"/>
                  <a:pt x="11315" y="2585"/>
                </a:cubicBezTo>
                <a:cubicBezTo>
                  <a:pt x="11304" y="2689"/>
                  <a:pt x="11290" y="2663"/>
                  <a:pt x="11269" y="2500"/>
                </a:cubicBezTo>
                <a:cubicBezTo>
                  <a:pt x="11236" y="2243"/>
                  <a:pt x="11249" y="1713"/>
                  <a:pt x="11296" y="1401"/>
                </a:cubicBezTo>
                <a:cubicBezTo>
                  <a:pt x="11335" y="1142"/>
                  <a:pt x="11288" y="755"/>
                  <a:pt x="11218" y="755"/>
                </a:cubicBezTo>
                <a:cubicBezTo>
                  <a:pt x="11180" y="755"/>
                  <a:pt x="11169" y="820"/>
                  <a:pt x="11175" y="1030"/>
                </a:cubicBezTo>
                <a:cubicBezTo>
                  <a:pt x="11179" y="1190"/>
                  <a:pt x="11165" y="1367"/>
                  <a:pt x="11141" y="1452"/>
                </a:cubicBezTo>
                <a:cubicBezTo>
                  <a:pt x="11109" y="1568"/>
                  <a:pt x="11095" y="1548"/>
                  <a:pt x="11069" y="1348"/>
                </a:cubicBezTo>
                <a:cubicBezTo>
                  <a:pt x="11046" y="1169"/>
                  <a:pt x="11043" y="1052"/>
                  <a:pt x="11061" y="931"/>
                </a:cubicBezTo>
                <a:cubicBezTo>
                  <a:pt x="11089" y="735"/>
                  <a:pt x="11069" y="496"/>
                  <a:pt x="11024" y="496"/>
                </a:cubicBezTo>
                <a:close/>
                <a:moveTo>
                  <a:pt x="12192" y="617"/>
                </a:moveTo>
                <a:cubicBezTo>
                  <a:pt x="12173" y="637"/>
                  <a:pt x="12159" y="781"/>
                  <a:pt x="12164" y="1039"/>
                </a:cubicBezTo>
                <a:cubicBezTo>
                  <a:pt x="12170" y="1407"/>
                  <a:pt x="12163" y="1466"/>
                  <a:pt x="12098" y="1575"/>
                </a:cubicBezTo>
                <a:cubicBezTo>
                  <a:pt x="12013" y="1718"/>
                  <a:pt x="12003" y="1882"/>
                  <a:pt x="12076" y="1942"/>
                </a:cubicBezTo>
                <a:cubicBezTo>
                  <a:pt x="12147" y="2000"/>
                  <a:pt x="12138" y="2333"/>
                  <a:pt x="12059" y="2563"/>
                </a:cubicBezTo>
                <a:lnTo>
                  <a:pt x="11991" y="2758"/>
                </a:lnTo>
                <a:lnTo>
                  <a:pt x="12057" y="2802"/>
                </a:lnTo>
                <a:cubicBezTo>
                  <a:pt x="12105" y="2834"/>
                  <a:pt x="12134" y="2765"/>
                  <a:pt x="12164" y="2545"/>
                </a:cubicBezTo>
                <a:lnTo>
                  <a:pt x="12206" y="2241"/>
                </a:lnTo>
                <a:lnTo>
                  <a:pt x="12256" y="2590"/>
                </a:lnTo>
                <a:cubicBezTo>
                  <a:pt x="12294" y="2856"/>
                  <a:pt x="12327" y="2940"/>
                  <a:pt x="12395" y="2946"/>
                </a:cubicBezTo>
                <a:lnTo>
                  <a:pt x="12483" y="2954"/>
                </a:lnTo>
                <a:lnTo>
                  <a:pt x="12367" y="2482"/>
                </a:lnTo>
                <a:cubicBezTo>
                  <a:pt x="12241" y="1973"/>
                  <a:pt x="12224" y="1802"/>
                  <a:pt x="12294" y="1697"/>
                </a:cubicBezTo>
                <a:cubicBezTo>
                  <a:pt x="12347" y="1618"/>
                  <a:pt x="12356" y="1273"/>
                  <a:pt x="12305" y="1273"/>
                </a:cubicBezTo>
                <a:cubicBezTo>
                  <a:pt x="12287" y="1273"/>
                  <a:pt x="12261" y="1125"/>
                  <a:pt x="12250" y="947"/>
                </a:cubicBezTo>
                <a:cubicBezTo>
                  <a:pt x="12233" y="702"/>
                  <a:pt x="12210" y="598"/>
                  <a:pt x="12192" y="617"/>
                </a:cubicBezTo>
                <a:close/>
                <a:moveTo>
                  <a:pt x="8969" y="626"/>
                </a:moveTo>
                <a:cubicBezTo>
                  <a:pt x="8934" y="626"/>
                  <a:pt x="8925" y="708"/>
                  <a:pt x="8927" y="1045"/>
                </a:cubicBezTo>
                <a:cubicBezTo>
                  <a:pt x="8929" y="1276"/>
                  <a:pt x="8923" y="1652"/>
                  <a:pt x="8914" y="1879"/>
                </a:cubicBezTo>
                <a:cubicBezTo>
                  <a:pt x="8904" y="2121"/>
                  <a:pt x="8908" y="2405"/>
                  <a:pt x="8923" y="2565"/>
                </a:cubicBezTo>
                <a:cubicBezTo>
                  <a:pt x="8943" y="2782"/>
                  <a:pt x="8966" y="2829"/>
                  <a:pt x="9032" y="2798"/>
                </a:cubicBezTo>
                <a:cubicBezTo>
                  <a:pt x="9131" y="2750"/>
                  <a:pt x="9141" y="2529"/>
                  <a:pt x="9047" y="2436"/>
                </a:cubicBezTo>
                <a:cubicBezTo>
                  <a:pt x="8955" y="2344"/>
                  <a:pt x="8951" y="1807"/>
                  <a:pt x="9041" y="1559"/>
                </a:cubicBezTo>
                <a:cubicBezTo>
                  <a:pt x="9114" y="1357"/>
                  <a:pt x="9120" y="1199"/>
                  <a:pt x="9058" y="1105"/>
                </a:cubicBezTo>
                <a:cubicBezTo>
                  <a:pt x="9033" y="1068"/>
                  <a:pt x="9013" y="945"/>
                  <a:pt x="9013" y="832"/>
                </a:cubicBezTo>
                <a:cubicBezTo>
                  <a:pt x="9013" y="713"/>
                  <a:pt x="8995" y="626"/>
                  <a:pt x="8969" y="626"/>
                </a:cubicBezTo>
                <a:close/>
                <a:moveTo>
                  <a:pt x="9920" y="630"/>
                </a:moveTo>
                <a:cubicBezTo>
                  <a:pt x="9860" y="635"/>
                  <a:pt x="9793" y="1209"/>
                  <a:pt x="9819" y="1496"/>
                </a:cubicBezTo>
                <a:cubicBezTo>
                  <a:pt x="9845" y="1788"/>
                  <a:pt x="9812" y="2308"/>
                  <a:pt x="9767" y="2308"/>
                </a:cubicBezTo>
                <a:cubicBezTo>
                  <a:pt x="9748" y="2308"/>
                  <a:pt x="9733" y="2380"/>
                  <a:pt x="9733" y="2470"/>
                </a:cubicBezTo>
                <a:cubicBezTo>
                  <a:pt x="9733" y="2698"/>
                  <a:pt x="9814" y="2965"/>
                  <a:pt x="9855" y="2873"/>
                </a:cubicBezTo>
                <a:cubicBezTo>
                  <a:pt x="9874" y="2830"/>
                  <a:pt x="9895" y="2880"/>
                  <a:pt x="9902" y="2988"/>
                </a:cubicBezTo>
                <a:cubicBezTo>
                  <a:pt x="9920" y="3254"/>
                  <a:pt x="10014" y="2995"/>
                  <a:pt x="10046" y="2592"/>
                </a:cubicBezTo>
                <a:cubicBezTo>
                  <a:pt x="10071" y="2281"/>
                  <a:pt x="10115" y="2313"/>
                  <a:pt x="10115" y="2642"/>
                </a:cubicBezTo>
                <a:cubicBezTo>
                  <a:pt x="10115" y="2871"/>
                  <a:pt x="10211" y="3145"/>
                  <a:pt x="10257" y="3045"/>
                </a:cubicBezTo>
                <a:cubicBezTo>
                  <a:pt x="10277" y="2999"/>
                  <a:pt x="10285" y="2858"/>
                  <a:pt x="10278" y="2648"/>
                </a:cubicBezTo>
                <a:cubicBezTo>
                  <a:pt x="10269" y="2366"/>
                  <a:pt x="10262" y="2343"/>
                  <a:pt x="10225" y="2474"/>
                </a:cubicBezTo>
                <a:cubicBezTo>
                  <a:pt x="10162" y="2701"/>
                  <a:pt x="10130" y="2444"/>
                  <a:pt x="10149" y="1861"/>
                </a:cubicBezTo>
                <a:cubicBezTo>
                  <a:pt x="10158" y="1597"/>
                  <a:pt x="10178" y="1351"/>
                  <a:pt x="10194" y="1316"/>
                </a:cubicBezTo>
                <a:cubicBezTo>
                  <a:pt x="10216" y="1268"/>
                  <a:pt x="10212" y="1189"/>
                  <a:pt x="10180" y="1004"/>
                </a:cubicBezTo>
                <a:cubicBezTo>
                  <a:pt x="10126" y="694"/>
                  <a:pt x="10073" y="685"/>
                  <a:pt x="10054" y="982"/>
                </a:cubicBezTo>
                <a:cubicBezTo>
                  <a:pt x="10046" y="1106"/>
                  <a:pt x="10030" y="1281"/>
                  <a:pt x="10018" y="1371"/>
                </a:cubicBezTo>
                <a:cubicBezTo>
                  <a:pt x="9984" y="1629"/>
                  <a:pt x="9932" y="1308"/>
                  <a:pt x="9949" y="933"/>
                </a:cubicBezTo>
                <a:cubicBezTo>
                  <a:pt x="9959" y="690"/>
                  <a:pt x="9953" y="626"/>
                  <a:pt x="9920" y="630"/>
                </a:cubicBezTo>
                <a:close/>
                <a:moveTo>
                  <a:pt x="11745" y="632"/>
                </a:moveTo>
                <a:cubicBezTo>
                  <a:pt x="11723" y="637"/>
                  <a:pt x="11688" y="680"/>
                  <a:pt x="11638" y="761"/>
                </a:cubicBezTo>
                <a:cubicBezTo>
                  <a:pt x="11554" y="895"/>
                  <a:pt x="11554" y="896"/>
                  <a:pt x="11590" y="1219"/>
                </a:cubicBezTo>
                <a:cubicBezTo>
                  <a:pt x="11626" y="1529"/>
                  <a:pt x="11625" y="1546"/>
                  <a:pt x="11579" y="1616"/>
                </a:cubicBezTo>
                <a:cubicBezTo>
                  <a:pt x="11524" y="1698"/>
                  <a:pt x="11519" y="1799"/>
                  <a:pt x="11557" y="2017"/>
                </a:cubicBezTo>
                <a:cubicBezTo>
                  <a:pt x="11587" y="2194"/>
                  <a:pt x="11545" y="2567"/>
                  <a:pt x="11494" y="2567"/>
                </a:cubicBezTo>
                <a:cubicBezTo>
                  <a:pt x="11477" y="2567"/>
                  <a:pt x="11463" y="2630"/>
                  <a:pt x="11463" y="2709"/>
                </a:cubicBezTo>
                <a:cubicBezTo>
                  <a:pt x="11463" y="2896"/>
                  <a:pt x="11574" y="2741"/>
                  <a:pt x="11623" y="2484"/>
                </a:cubicBezTo>
                <a:cubicBezTo>
                  <a:pt x="11656" y="2315"/>
                  <a:pt x="11667" y="2330"/>
                  <a:pt x="11725" y="2620"/>
                </a:cubicBezTo>
                <a:cubicBezTo>
                  <a:pt x="11763" y="2814"/>
                  <a:pt x="11817" y="2948"/>
                  <a:pt x="11858" y="2950"/>
                </a:cubicBezTo>
                <a:cubicBezTo>
                  <a:pt x="11962" y="2956"/>
                  <a:pt x="11968" y="2810"/>
                  <a:pt x="11873" y="2559"/>
                </a:cubicBezTo>
                <a:cubicBezTo>
                  <a:pt x="11827" y="2436"/>
                  <a:pt x="11769" y="2240"/>
                  <a:pt x="11744" y="2124"/>
                </a:cubicBezTo>
                <a:cubicBezTo>
                  <a:pt x="11699" y="1913"/>
                  <a:pt x="11699" y="1909"/>
                  <a:pt x="11750" y="1703"/>
                </a:cubicBezTo>
                <a:cubicBezTo>
                  <a:pt x="11798" y="1508"/>
                  <a:pt x="11798" y="1487"/>
                  <a:pt x="11761" y="1328"/>
                </a:cubicBezTo>
                <a:cubicBezTo>
                  <a:pt x="11729" y="1193"/>
                  <a:pt x="11727" y="1127"/>
                  <a:pt x="11750" y="996"/>
                </a:cubicBezTo>
                <a:cubicBezTo>
                  <a:pt x="11765" y="906"/>
                  <a:pt x="11778" y="786"/>
                  <a:pt x="11778" y="729"/>
                </a:cubicBezTo>
                <a:cubicBezTo>
                  <a:pt x="11778" y="660"/>
                  <a:pt x="11768" y="626"/>
                  <a:pt x="11745" y="632"/>
                </a:cubicBezTo>
                <a:close/>
                <a:moveTo>
                  <a:pt x="8729" y="883"/>
                </a:moveTo>
                <a:cubicBezTo>
                  <a:pt x="8680" y="883"/>
                  <a:pt x="8673" y="930"/>
                  <a:pt x="8684" y="1176"/>
                </a:cubicBezTo>
                <a:cubicBezTo>
                  <a:pt x="8694" y="1385"/>
                  <a:pt x="8683" y="1529"/>
                  <a:pt x="8648" y="1686"/>
                </a:cubicBezTo>
                <a:cubicBezTo>
                  <a:pt x="8599" y="1901"/>
                  <a:pt x="8599" y="1912"/>
                  <a:pt x="8640" y="2089"/>
                </a:cubicBezTo>
                <a:cubicBezTo>
                  <a:pt x="8694" y="2318"/>
                  <a:pt x="8675" y="2656"/>
                  <a:pt x="8598" y="2824"/>
                </a:cubicBezTo>
                <a:cubicBezTo>
                  <a:pt x="8542" y="2948"/>
                  <a:pt x="8528" y="3091"/>
                  <a:pt x="8556" y="3256"/>
                </a:cubicBezTo>
                <a:cubicBezTo>
                  <a:pt x="8619" y="3619"/>
                  <a:pt x="8760" y="2908"/>
                  <a:pt x="8801" y="2023"/>
                </a:cubicBezTo>
                <a:cubicBezTo>
                  <a:pt x="8837" y="1233"/>
                  <a:pt x="8815" y="883"/>
                  <a:pt x="8729" y="883"/>
                </a:cubicBezTo>
                <a:close/>
                <a:moveTo>
                  <a:pt x="20633" y="2859"/>
                </a:moveTo>
                <a:lnTo>
                  <a:pt x="19998" y="3422"/>
                </a:lnTo>
                <a:cubicBezTo>
                  <a:pt x="19649" y="3731"/>
                  <a:pt x="19196" y="4134"/>
                  <a:pt x="18992" y="4317"/>
                </a:cubicBezTo>
                <a:cubicBezTo>
                  <a:pt x="18788" y="4500"/>
                  <a:pt x="18460" y="4792"/>
                  <a:pt x="18262" y="4967"/>
                </a:cubicBezTo>
                <a:cubicBezTo>
                  <a:pt x="17838" y="5341"/>
                  <a:pt x="17629" y="5535"/>
                  <a:pt x="17560" y="5617"/>
                </a:cubicBezTo>
                <a:cubicBezTo>
                  <a:pt x="17515" y="5669"/>
                  <a:pt x="17509" y="5759"/>
                  <a:pt x="17509" y="6315"/>
                </a:cubicBezTo>
                <a:cubicBezTo>
                  <a:pt x="17509" y="6665"/>
                  <a:pt x="17501" y="6973"/>
                  <a:pt x="17492" y="7002"/>
                </a:cubicBezTo>
                <a:cubicBezTo>
                  <a:pt x="17483" y="7030"/>
                  <a:pt x="17318" y="6951"/>
                  <a:pt x="17127" y="6823"/>
                </a:cubicBezTo>
                <a:cubicBezTo>
                  <a:pt x="16675" y="6522"/>
                  <a:pt x="16557" y="6525"/>
                  <a:pt x="16273" y="6840"/>
                </a:cubicBezTo>
                <a:cubicBezTo>
                  <a:pt x="16143" y="6983"/>
                  <a:pt x="15799" y="7330"/>
                  <a:pt x="15509" y="7613"/>
                </a:cubicBezTo>
                <a:cubicBezTo>
                  <a:pt x="14731" y="8371"/>
                  <a:pt x="14395" y="8727"/>
                  <a:pt x="14369" y="8820"/>
                </a:cubicBezTo>
                <a:cubicBezTo>
                  <a:pt x="14355" y="8868"/>
                  <a:pt x="14339" y="9917"/>
                  <a:pt x="14329" y="11363"/>
                </a:cubicBezTo>
                <a:cubicBezTo>
                  <a:pt x="14320" y="12717"/>
                  <a:pt x="14303" y="13859"/>
                  <a:pt x="14292" y="13900"/>
                </a:cubicBezTo>
                <a:cubicBezTo>
                  <a:pt x="14281" y="13941"/>
                  <a:pt x="14260" y="13792"/>
                  <a:pt x="14247" y="13572"/>
                </a:cubicBezTo>
                <a:cubicBezTo>
                  <a:pt x="14231" y="13313"/>
                  <a:pt x="14210" y="13185"/>
                  <a:pt x="14186" y="13207"/>
                </a:cubicBezTo>
                <a:cubicBezTo>
                  <a:pt x="14161" y="13231"/>
                  <a:pt x="14147" y="13134"/>
                  <a:pt x="14142" y="12900"/>
                </a:cubicBezTo>
                <a:cubicBezTo>
                  <a:pt x="14138" y="12711"/>
                  <a:pt x="14115" y="12454"/>
                  <a:pt x="14091" y="12329"/>
                </a:cubicBezTo>
                <a:cubicBezTo>
                  <a:pt x="14067" y="12204"/>
                  <a:pt x="14048" y="11994"/>
                  <a:pt x="14048" y="11863"/>
                </a:cubicBezTo>
                <a:cubicBezTo>
                  <a:pt x="14048" y="11389"/>
                  <a:pt x="13967" y="11594"/>
                  <a:pt x="13935" y="12148"/>
                </a:cubicBezTo>
                <a:cubicBezTo>
                  <a:pt x="13919" y="12437"/>
                  <a:pt x="13889" y="12724"/>
                  <a:pt x="13869" y="12786"/>
                </a:cubicBezTo>
                <a:cubicBezTo>
                  <a:pt x="13846" y="12863"/>
                  <a:pt x="13834" y="13087"/>
                  <a:pt x="13834" y="13461"/>
                </a:cubicBezTo>
                <a:cubicBezTo>
                  <a:pt x="13834" y="13913"/>
                  <a:pt x="13826" y="14016"/>
                  <a:pt x="13795" y="14001"/>
                </a:cubicBezTo>
                <a:cubicBezTo>
                  <a:pt x="13749" y="13980"/>
                  <a:pt x="13747" y="14015"/>
                  <a:pt x="13779" y="14353"/>
                </a:cubicBezTo>
                <a:cubicBezTo>
                  <a:pt x="13798" y="14564"/>
                  <a:pt x="13793" y="14625"/>
                  <a:pt x="13745" y="14730"/>
                </a:cubicBezTo>
                <a:cubicBezTo>
                  <a:pt x="13687" y="14857"/>
                  <a:pt x="13667" y="15285"/>
                  <a:pt x="13711" y="15443"/>
                </a:cubicBezTo>
                <a:cubicBezTo>
                  <a:pt x="13754" y="15595"/>
                  <a:pt x="13708" y="15767"/>
                  <a:pt x="13624" y="15767"/>
                </a:cubicBezTo>
                <a:cubicBezTo>
                  <a:pt x="13578" y="15767"/>
                  <a:pt x="13528" y="15837"/>
                  <a:pt x="13513" y="15923"/>
                </a:cubicBezTo>
                <a:cubicBezTo>
                  <a:pt x="13441" y="16334"/>
                  <a:pt x="13433" y="15834"/>
                  <a:pt x="13423" y="10559"/>
                </a:cubicBezTo>
                <a:lnTo>
                  <a:pt x="13413" y="5347"/>
                </a:lnTo>
                <a:lnTo>
                  <a:pt x="13483" y="4969"/>
                </a:lnTo>
                <a:cubicBezTo>
                  <a:pt x="13525" y="4742"/>
                  <a:pt x="13554" y="4457"/>
                  <a:pt x="13554" y="4266"/>
                </a:cubicBezTo>
                <a:lnTo>
                  <a:pt x="13554" y="3946"/>
                </a:lnTo>
                <a:lnTo>
                  <a:pt x="12032" y="4033"/>
                </a:lnTo>
                <a:cubicBezTo>
                  <a:pt x="11196" y="4080"/>
                  <a:pt x="9916" y="4120"/>
                  <a:pt x="9187" y="4120"/>
                </a:cubicBezTo>
                <a:lnTo>
                  <a:pt x="7861" y="4120"/>
                </a:lnTo>
                <a:lnTo>
                  <a:pt x="7988" y="4948"/>
                </a:lnTo>
                <a:lnTo>
                  <a:pt x="8114" y="5777"/>
                </a:lnTo>
                <a:lnTo>
                  <a:pt x="8114" y="10828"/>
                </a:lnTo>
                <a:cubicBezTo>
                  <a:pt x="8114" y="13607"/>
                  <a:pt x="8106" y="15911"/>
                  <a:pt x="8095" y="15949"/>
                </a:cubicBezTo>
                <a:cubicBezTo>
                  <a:pt x="8084" y="15987"/>
                  <a:pt x="8057" y="15903"/>
                  <a:pt x="8035" y="15763"/>
                </a:cubicBezTo>
                <a:cubicBezTo>
                  <a:pt x="8013" y="15622"/>
                  <a:pt x="8004" y="15508"/>
                  <a:pt x="8014" y="15508"/>
                </a:cubicBezTo>
                <a:cubicBezTo>
                  <a:pt x="8051" y="15508"/>
                  <a:pt x="7945" y="15127"/>
                  <a:pt x="7908" y="15123"/>
                </a:cubicBezTo>
                <a:cubicBezTo>
                  <a:pt x="7857" y="15117"/>
                  <a:pt x="7833" y="14875"/>
                  <a:pt x="7865" y="14694"/>
                </a:cubicBezTo>
                <a:cubicBezTo>
                  <a:pt x="7901" y="14485"/>
                  <a:pt x="7896" y="14170"/>
                  <a:pt x="7857" y="14254"/>
                </a:cubicBezTo>
                <a:cubicBezTo>
                  <a:pt x="7812" y="14355"/>
                  <a:pt x="7773" y="14032"/>
                  <a:pt x="7779" y="13604"/>
                </a:cubicBezTo>
                <a:cubicBezTo>
                  <a:pt x="7788" y="12899"/>
                  <a:pt x="7780" y="12765"/>
                  <a:pt x="7732" y="12853"/>
                </a:cubicBezTo>
                <a:cubicBezTo>
                  <a:pt x="7698" y="12915"/>
                  <a:pt x="7682" y="12860"/>
                  <a:pt x="7667" y="12632"/>
                </a:cubicBezTo>
                <a:cubicBezTo>
                  <a:pt x="7656" y="12465"/>
                  <a:pt x="7624" y="12047"/>
                  <a:pt x="7596" y="11703"/>
                </a:cubicBezTo>
                <a:lnTo>
                  <a:pt x="7545" y="11079"/>
                </a:lnTo>
                <a:lnTo>
                  <a:pt x="7503" y="11383"/>
                </a:lnTo>
                <a:cubicBezTo>
                  <a:pt x="7479" y="11551"/>
                  <a:pt x="7450" y="11829"/>
                  <a:pt x="7438" y="11999"/>
                </a:cubicBezTo>
                <a:cubicBezTo>
                  <a:pt x="7426" y="12169"/>
                  <a:pt x="7410" y="12269"/>
                  <a:pt x="7402" y="12223"/>
                </a:cubicBezTo>
                <a:cubicBezTo>
                  <a:pt x="7394" y="12178"/>
                  <a:pt x="7370" y="12235"/>
                  <a:pt x="7348" y="12347"/>
                </a:cubicBezTo>
                <a:cubicBezTo>
                  <a:pt x="7326" y="12462"/>
                  <a:pt x="7281" y="12531"/>
                  <a:pt x="7245" y="12507"/>
                </a:cubicBezTo>
                <a:lnTo>
                  <a:pt x="7182" y="12466"/>
                </a:lnTo>
                <a:lnTo>
                  <a:pt x="7164" y="11049"/>
                </a:lnTo>
                <a:cubicBezTo>
                  <a:pt x="7155" y="10270"/>
                  <a:pt x="7144" y="9626"/>
                  <a:pt x="7141" y="9616"/>
                </a:cubicBezTo>
                <a:cubicBezTo>
                  <a:pt x="7125" y="9551"/>
                  <a:pt x="5699" y="6535"/>
                  <a:pt x="5258" y="5633"/>
                </a:cubicBezTo>
                <a:lnTo>
                  <a:pt x="4729" y="4550"/>
                </a:lnTo>
                <a:lnTo>
                  <a:pt x="4396" y="4819"/>
                </a:lnTo>
                <a:cubicBezTo>
                  <a:pt x="4104" y="5056"/>
                  <a:pt x="4061" y="5122"/>
                  <a:pt x="4046" y="5353"/>
                </a:cubicBezTo>
                <a:cubicBezTo>
                  <a:pt x="4030" y="5598"/>
                  <a:pt x="3977" y="5654"/>
                  <a:pt x="3350" y="6058"/>
                </a:cubicBezTo>
                <a:cubicBezTo>
                  <a:pt x="2787" y="6422"/>
                  <a:pt x="2649" y="6473"/>
                  <a:pt x="2535" y="6364"/>
                </a:cubicBezTo>
                <a:cubicBezTo>
                  <a:pt x="2370" y="6207"/>
                  <a:pt x="2062" y="6472"/>
                  <a:pt x="1990" y="6833"/>
                </a:cubicBezTo>
                <a:cubicBezTo>
                  <a:pt x="1922" y="7176"/>
                  <a:pt x="1228" y="7707"/>
                  <a:pt x="1078" y="7530"/>
                </a:cubicBezTo>
                <a:cubicBezTo>
                  <a:pt x="929" y="7354"/>
                  <a:pt x="705" y="7553"/>
                  <a:pt x="691" y="7874"/>
                </a:cubicBezTo>
                <a:cubicBezTo>
                  <a:pt x="680" y="8099"/>
                  <a:pt x="648" y="8163"/>
                  <a:pt x="456" y="8330"/>
                </a:cubicBezTo>
                <a:lnTo>
                  <a:pt x="360" y="8413"/>
                </a:lnTo>
                <a:lnTo>
                  <a:pt x="359" y="9209"/>
                </a:lnTo>
                <a:cubicBezTo>
                  <a:pt x="359" y="9647"/>
                  <a:pt x="350" y="11314"/>
                  <a:pt x="340" y="12910"/>
                </a:cubicBezTo>
                <a:cubicBezTo>
                  <a:pt x="323" y="15460"/>
                  <a:pt x="316" y="15830"/>
                  <a:pt x="281" y="15977"/>
                </a:cubicBezTo>
                <a:cubicBezTo>
                  <a:pt x="228" y="16202"/>
                  <a:pt x="200" y="16078"/>
                  <a:pt x="217" y="15692"/>
                </a:cubicBezTo>
                <a:cubicBezTo>
                  <a:pt x="230" y="15377"/>
                  <a:pt x="197" y="15250"/>
                  <a:pt x="169" y="15510"/>
                </a:cubicBezTo>
                <a:cubicBezTo>
                  <a:pt x="161" y="15582"/>
                  <a:pt x="145" y="15605"/>
                  <a:pt x="133" y="15562"/>
                </a:cubicBezTo>
                <a:cubicBezTo>
                  <a:pt x="112" y="15487"/>
                  <a:pt x="118" y="14999"/>
                  <a:pt x="144" y="14600"/>
                </a:cubicBezTo>
                <a:cubicBezTo>
                  <a:pt x="153" y="14470"/>
                  <a:pt x="133" y="14341"/>
                  <a:pt x="85" y="14204"/>
                </a:cubicBezTo>
                <a:cubicBezTo>
                  <a:pt x="39" y="14076"/>
                  <a:pt x="19" y="13962"/>
                  <a:pt x="0" y="13643"/>
                </a:cubicBezTo>
                <a:lnTo>
                  <a:pt x="0" y="21590"/>
                </a:lnTo>
                <a:lnTo>
                  <a:pt x="10800" y="21590"/>
                </a:lnTo>
                <a:lnTo>
                  <a:pt x="21600" y="21590"/>
                </a:lnTo>
                <a:lnTo>
                  <a:pt x="21600" y="3841"/>
                </a:lnTo>
                <a:cubicBezTo>
                  <a:pt x="21529" y="3750"/>
                  <a:pt x="21367" y="3572"/>
                  <a:pt x="21142" y="3353"/>
                </a:cubicBezTo>
                <a:lnTo>
                  <a:pt x="20633" y="2859"/>
                </a:lnTo>
                <a:close/>
                <a:moveTo>
                  <a:pt x="9274" y="2954"/>
                </a:moveTo>
                <a:cubicBezTo>
                  <a:pt x="9254" y="2954"/>
                  <a:pt x="9238" y="3046"/>
                  <a:pt x="9238" y="3159"/>
                </a:cubicBezTo>
                <a:cubicBezTo>
                  <a:pt x="9238" y="3387"/>
                  <a:pt x="9286" y="3348"/>
                  <a:pt x="9300" y="3108"/>
                </a:cubicBezTo>
                <a:cubicBezTo>
                  <a:pt x="9305" y="3023"/>
                  <a:pt x="9293" y="2954"/>
                  <a:pt x="9274" y="2954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155" name="第三十三届“冯如杯”竞赛主赛道论文组参赛作品院审答辩"/>
          <p:cNvSpPr/>
          <p:nvPr/>
        </p:nvSpPr>
        <p:spPr>
          <a:xfrm>
            <a:off x="6096000" y="2056173"/>
            <a:ext cx="575651" cy="396875"/>
          </a:xfrm>
          <a:prstGeom prst="lin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>
              <a:defRPr sz="4500"/>
            </a:lvl1pPr>
          </a:lstStyle>
          <a:p>
            <a:endParaRPr sz="2250" dirty="0"/>
          </a:p>
        </p:txBody>
      </p:sp>
      <p:sp>
        <p:nvSpPr>
          <p:cNvPr id="2" name="矩形 1"/>
          <p:cNvSpPr/>
          <p:nvPr/>
        </p:nvSpPr>
        <p:spPr>
          <a:xfrm>
            <a:off x="2823146" y="412163"/>
            <a:ext cx="7399953" cy="29654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958" y="310929"/>
            <a:ext cx="2675965" cy="620782"/>
          </a:xfrm>
          <a:prstGeom prst="rect">
            <a:avLst/>
          </a:prstGeom>
        </p:spPr>
      </p:pic>
      <p:sp>
        <p:nvSpPr>
          <p:cNvPr id="5" name="新型反钙钛矿结构近零热膨胀材料设计与制备"/>
          <p:cNvSpPr txBox="1"/>
          <p:nvPr>
            <p:custDataLst>
              <p:tags r:id="rId4"/>
            </p:custDataLst>
          </p:nvPr>
        </p:nvSpPr>
        <p:spPr>
          <a:xfrm>
            <a:off x="1688465" y="2127885"/>
            <a:ext cx="8976360" cy="72771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9000" b="1">
                <a:solidFill>
                  <a:srgbClr val="2C66B1"/>
                </a:solidFill>
              </a:defRPr>
            </a:lvl1pPr>
          </a:lstStyle>
          <a:p>
            <a:pPr algn="ctr"/>
            <a:r>
              <a:rPr lang="zh-CN" altLang="en-US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请老师</a:t>
            </a:r>
            <a:r>
              <a:rPr lang="zh-CN" altLang="en-US" sz="4400" dirty="0">
                <a:solidFill>
                  <a:srgbClr val="0168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批评指正！</a:t>
            </a:r>
            <a:endParaRPr lang="zh-CN" altLang="en-US" sz="4400" dirty="0">
              <a:solidFill>
                <a:srgbClr val="0168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冯如杯论文组参赛作品"/>
          <p:cNvSpPr/>
          <p:nvPr>
            <p:custDataLst>
              <p:tags r:id="rId5"/>
            </p:custDataLst>
          </p:nvPr>
        </p:nvSpPr>
        <p:spPr>
          <a:xfrm>
            <a:off x="2654935" y="3597275"/>
            <a:ext cx="6881495" cy="530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19959" y="10800"/>
                </a:lnTo>
                <a:lnTo>
                  <a:pt x="21600" y="21600"/>
                </a:lnTo>
                <a:lnTo>
                  <a:pt x="0" y="21600"/>
                </a:lnTo>
                <a:lnTo>
                  <a:pt x="1677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2C66B1"/>
          </a:solidFill>
          <a:ln w="12700">
            <a:miter lim="400000"/>
          </a:ln>
        </p:spPr>
        <p:txBody>
          <a:bodyPr lIns="25400" tIns="25400" rIns="25400" bIns="25400" anchor="ctr"/>
          <a:lstStyle>
            <a:lvl1pPr defTabSz="825500">
              <a:defRPr sz="5400" b="1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DIAGRAM_VIRTUALLY_FRAME" val="{&quot;height&quot;:273.9616535433071,&quot;left&quot;:475,&quot;top&quot;:143.28692913385825,&quot;width&quot;:456.73244094488183}"/>
</p:tagLst>
</file>

<file path=ppt/tags/tag5.xml><?xml version="1.0" encoding="utf-8"?>
<p:tagLst xmlns:p="http://schemas.openxmlformats.org/presentationml/2006/main">
  <p:tag name="KSO_WM_DIAGRAM_VIRTUALLY_FRAME" val="{&quot;height&quot;:273.9616535433071,&quot;left&quot;:475,&quot;top&quot;:143.28692913385825,&quot;width&quot;:456.73244094488183}"/>
</p:tagLst>
</file>

<file path=ppt/tags/tag6.xml><?xml version="1.0" encoding="utf-8"?>
<p:tagLst xmlns:p="http://schemas.openxmlformats.org/presentationml/2006/main">
  <p:tag name="KSO_WM_DIAGRAM_VIRTUALLY_FRAME" val="{&quot;height&quot;:273.9616535433071,&quot;left&quot;:475,&quot;top&quot;:143.28692913385825,&quot;width&quot;:456.73244094488183}"/>
</p:tagLst>
</file>

<file path=ppt/tags/tag7.xml><?xml version="1.0" encoding="utf-8"?>
<p:tagLst xmlns:p="http://schemas.openxmlformats.org/presentationml/2006/main">
  <p:tag name="KSO_WM_DIAGRAM_VIRTUALLY_FRAME" val="{&quot;height&quot;:273.9616535433071,&quot;left&quot;:475,&quot;top&quot;:143.28692913385825,&quot;width&quot;:456.73244094488183}"/>
</p:tagLst>
</file>

<file path=ppt/tags/tag8.xml><?xml version="1.0" encoding="utf-8"?>
<p:tagLst xmlns:p="http://schemas.openxmlformats.org/presentationml/2006/main">
  <p:tag name="KSO_WM_DIAGRAM_VIRTUALLY_FRAME" val="{&quot;height&quot;:273.9616535433071,&quot;left&quot;:475,&quot;top&quot;:143.28692913385825,&quot;width&quot;:456.73244094488183}"/>
</p:tagLst>
</file>

<file path=ppt/tags/tag9.xml><?xml version="1.0" encoding="utf-8"?>
<p:tagLst xmlns:p="http://schemas.openxmlformats.org/presentationml/2006/main">
  <p:tag name="KSO_WM_DIAGRAM_VIRTUALLY_FRAME" val="{&quot;height&quot;:273.9616535433071,&quot;left&quot;:475,&quot;top&quot;:143.28692913385825,&quot;width&quot;:456.73244094488183}"/>
</p:tagLst>
</file>

<file path=ppt/tags/tag10.xml><?xml version="1.0" encoding="utf-8"?>
<p:tagLst xmlns:p="http://schemas.openxmlformats.org/presentationml/2006/main">
  <p:tag name="KSO_WM_DIAGRAM_VIRTUALLY_FRAME" val="{&quot;height&quot;:273.9616535433071,&quot;left&quot;:475,&quot;top&quot;:143.28692913385825,&quot;width&quot;:456.73244094488183}"/>
</p:tagLst>
</file>

<file path=ppt/tags/tag11.xml><?xml version="1.0" encoding="utf-8"?>
<p:tagLst xmlns:p="http://schemas.openxmlformats.org/presentationml/2006/main">
  <p:tag name="KSO_WM_DIAGRAM_VIRTUALLY_FRAME" val="{&quot;height&quot;:273.9616535433071,&quot;left&quot;:475,&quot;top&quot;:143.28692913385825,&quot;width&quot;:456.73244094488183}"/>
</p:tagLst>
</file>

<file path=ppt/tags/tag12.xml><?xml version="1.0" encoding="utf-8"?>
<p:tagLst xmlns:p="http://schemas.openxmlformats.org/presentationml/2006/main">
  <p:tag name="KSO_WM_DIAGRAM_VIRTUALLY_FRAME" val="{&quot;height&quot;:273.9616535433071,&quot;left&quot;:475,&quot;top&quot;:143.28692913385825,&quot;width&quot;:456.73244094488183}"/>
</p:tagLst>
</file>

<file path=ppt/tags/tag13.xml><?xml version="1.0" encoding="utf-8"?>
<p:tagLst xmlns:p="http://schemas.openxmlformats.org/presentationml/2006/main">
  <p:tag name="KSO_WM_DIAGRAM_VIRTUALLY_FRAME" val="{&quot;height&quot;:273.9616535433071,&quot;left&quot;:475,&quot;top&quot;:143.28692913385825,&quot;width&quot;:456.73244094488183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DIAGRAM_VIRTUALLY_FRAME" val="{&quot;height&quot;:416.85,&quot;left&quot;:19.65,&quot;top&quot;:86.6,&quot;width&quot;:988.3499245277935}"/>
</p:tagLst>
</file>

<file path=ppt/tags/tag17.xml><?xml version="1.0" encoding="utf-8"?>
<p:tagLst xmlns:p="http://schemas.openxmlformats.org/presentationml/2006/main">
  <p:tag name="KSO_WM_DIAGRAM_VIRTUALLY_FRAME" val="{&quot;height&quot;:416.85,&quot;left&quot;:19.65,&quot;top&quot;:86.6,&quot;width&quot;:988.3499245277935}"/>
</p:tagLst>
</file>

<file path=ppt/tags/tag18.xml><?xml version="1.0" encoding="utf-8"?>
<p:tagLst xmlns:p="http://schemas.openxmlformats.org/presentationml/2006/main">
  <p:tag name="KSO_WM_DIAGRAM_VIRTUALLY_FRAME" val="{&quot;height&quot;:416.85,&quot;left&quot;:19.65,&quot;top&quot;:86.6,&quot;width&quot;:988.3499245277935}"/>
</p:tagLst>
</file>

<file path=ppt/tags/tag19.xml><?xml version="1.0" encoding="utf-8"?>
<p:tagLst xmlns:p="http://schemas.openxmlformats.org/presentationml/2006/main">
  <p:tag name="KSO_WM_DIAGRAM_VIRTUALLY_FRAME" val="{&quot;height&quot;:416.85,&quot;left&quot;:19.65,&quot;top&quot;:86.6,&quot;width&quot;:988.3499245277935}"/>
</p:tagLst>
</file>

<file path=ppt/tags/tag20.xml><?xml version="1.0" encoding="utf-8"?>
<p:tagLst xmlns:p="http://schemas.openxmlformats.org/presentationml/2006/main">
  <p:tag name="KSO_WM_DIAGRAM_VIRTUALLY_FRAME" val="{&quot;height&quot;:416.85,&quot;left&quot;:19.65,&quot;top&quot;:86.6,&quot;width&quot;:988.3499245277935}"/>
</p:tagLst>
</file>

<file path=ppt/tags/tag21.xml><?xml version="1.0" encoding="utf-8"?>
<p:tagLst xmlns:p="http://schemas.openxmlformats.org/presentationml/2006/main">
  <p:tag name="KSO_WM_DIAGRAM_VIRTUALLY_FRAME" val="{&quot;height&quot;:416.85,&quot;left&quot;:19.65,&quot;top&quot;:86.6,&quot;width&quot;:988.3499245277935}"/>
</p:tagLst>
</file>

<file path=ppt/tags/tag22.xml><?xml version="1.0" encoding="utf-8"?>
<p:tagLst xmlns:p="http://schemas.openxmlformats.org/presentationml/2006/main">
  <p:tag name="KSO_WM_DIAGRAM_VIRTUALLY_FRAME" val="{&quot;height&quot;:416.85,&quot;left&quot;:19.65,&quot;top&quot;:86.6,&quot;width&quot;:988.3499245277935}"/>
</p:tagLst>
</file>

<file path=ppt/tags/tag23.xml><?xml version="1.0" encoding="utf-8"?>
<p:tagLst xmlns:p="http://schemas.openxmlformats.org/presentationml/2006/main">
  <p:tag name="KSO_WM_DIAGRAM_VIRTUALLY_FRAME" val="{&quot;height&quot;:416.85,&quot;left&quot;:19.65,&quot;top&quot;:86.6,&quot;width&quot;:988.3499245277935}"/>
</p:tagLst>
</file>

<file path=ppt/tags/tag24.xml><?xml version="1.0" encoding="utf-8"?>
<p:tagLst xmlns:p="http://schemas.openxmlformats.org/presentationml/2006/main">
  <p:tag name="KSO_WM_DIAGRAM_VIRTUALLY_FRAME" val="{&quot;height&quot;:416.85,&quot;left&quot;:19.65,&quot;top&quot;:86.6,&quot;width&quot;:988.3499245277935}"/>
</p:tagLst>
</file>

<file path=ppt/tags/tag25.xml><?xml version="1.0" encoding="utf-8"?>
<p:tagLst xmlns:p="http://schemas.openxmlformats.org/presentationml/2006/main">
  <p:tag name="KSO_WM_DIAGRAM_VIRTUALLY_FRAME" val="{&quot;height&quot;:416.85,&quot;left&quot;:19.65,&quot;top&quot;:86.6,&quot;width&quot;:988.3499245277935}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28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29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30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31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32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33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34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35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36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37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38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39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40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41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42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43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44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45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46.xml><?xml version="1.0" encoding="utf-8"?>
<p:tagLst xmlns:p="http://schemas.openxmlformats.org/presentationml/2006/main">
  <p:tag name="KSO_WM_DIAGRAM_VIRTUALLY_FRAME" val="{&quot;height&quot;:254.6640157480315,&quot;left&quot;:616.3241732283465,&quot;top&quot;:158.24551181102362,&quot;width&quot;:289.4542519685039}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DIAGRAM_VIRTUALLY_FRAME" val="{&quot;height&quot;:375.05,&quot;left&quot;:8.35,&quot;top&quot;:94.6,&quot;width&quot;:425.3}"/>
</p:tagLst>
</file>

<file path=ppt/tags/tag50.xml><?xml version="1.0" encoding="utf-8"?>
<p:tagLst xmlns:p="http://schemas.openxmlformats.org/presentationml/2006/main">
  <p:tag name="KSO_WM_DIAGRAM_VIRTUALLY_FRAME" val="{&quot;height&quot;:375.05,&quot;left&quot;:8.35,&quot;top&quot;:94.6,&quot;width&quot;:425.3}"/>
</p:tagLst>
</file>

<file path=ppt/tags/tag51.xml><?xml version="1.0" encoding="utf-8"?>
<p:tagLst xmlns:p="http://schemas.openxmlformats.org/presentationml/2006/main">
  <p:tag name="KSO_WM_DIAGRAM_VIRTUALLY_FRAME" val="{&quot;height&quot;:375.05,&quot;left&quot;:8.35,&quot;top&quot;:94.6,&quot;width&quot;:425.3}"/>
</p:tagLst>
</file>

<file path=ppt/tags/tag52.xml><?xml version="1.0" encoding="utf-8"?>
<p:tagLst xmlns:p="http://schemas.openxmlformats.org/presentationml/2006/main">
  <p:tag name="KSO_WM_DIAGRAM_VIRTUALLY_FRAME" val="{&quot;height&quot;:268.45,&quot;left&quot;:36.25,&quot;top&quot;:109.7,&quot;width&quot;:879.7}"/>
</p:tagLst>
</file>

<file path=ppt/tags/tag53.xml><?xml version="1.0" encoding="utf-8"?>
<p:tagLst xmlns:p="http://schemas.openxmlformats.org/presentationml/2006/main">
  <p:tag name="KSO_WM_DIAGRAM_VIRTUALLY_FRAME" val="{&quot;height&quot;:268.45,&quot;left&quot;:36.25,&quot;top&quot;:109.7,&quot;width&quot;:879.7}"/>
</p:tagLst>
</file>

<file path=ppt/tags/tag54.xml><?xml version="1.0" encoding="utf-8"?>
<p:tagLst xmlns:p="http://schemas.openxmlformats.org/presentationml/2006/main">
  <p:tag name="KSO_WM_DIAGRAM_VIRTUALLY_FRAME" val="{&quot;height&quot;:268.45,&quot;left&quot;:36.25,&quot;top&quot;:109.7,&quot;width&quot;:879.7}"/>
</p:tagLst>
</file>

<file path=ppt/tags/tag55.xml><?xml version="1.0" encoding="utf-8"?>
<p:tagLst xmlns:p="http://schemas.openxmlformats.org/presentationml/2006/main">
  <p:tag name="KSO_WM_DIAGRAM_VIRTUALLY_FRAME" val="{&quot;height&quot;:268.45,&quot;left&quot;:36.25,&quot;top&quot;:109.7,&quot;width&quot;:879.7}"/>
</p:tagLst>
</file>

<file path=ppt/tags/tag56.xml><?xml version="1.0" encoding="utf-8"?>
<p:tagLst xmlns:p="http://schemas.openxmlformats.org/presentationml/2006/main">
  <p:tag name="KSO_WM_DIAGRAM_VIRTUALLY_FRAME" val="{&quot;height&quot;:268.45,&quot;left&quot;:36.25,&quot;top&quot;:109.7,&quot;width&quot;:879.7}"/>
</p:tagLst>
</file>

<file path=ppt/tags/tag57.xml><?xml version="1.0" encoding="utf-8"?>
<p:tagLst xmlns:p="http://schemas.openxmlformats.org/presentationml/2006/main">
  <p:tag name="KSO_WM_DIAGRAM_VIRTUALLY_FRAME" val="{&quot;height&quot;:268.45,&quot;left&quot;:36.25,&quot;top&quot;:109.7,&quot;width&quot;:879.7}"/>
</p:tagLst>
</file>

<file path=ppt/tags/tag58.xml><?xml version="1.0" encoding="utf-8"?>
<p:tagLst xmlns:p="http://schemas.openxmlformats.org/presentationml/2006/main">
  <p:tag name="KSO_WM_DIAGRAM_VIRTUALLY_FRAME" val="{&quot;height&quot;:268.45,&quot;left&quot;:36.25,&quot;top&quot;:109.7,&quot;width&quot;:879.7}"/>
</p:tagLst>
</file>

<file path=ppt/tags/tag59.xml><?xml version="1.0" encoding="utf-8"?>
<p:tagLst xmlns:p="http://schemas.openxmlformats.org/presentationml/2006/main">
  <p:tag name="KSO_WM_DIAGRAM_VIRTUALLY_FRAME" val="{&quot;height&quot;:268.45,&quot;left&quot;:36.25,&quot;top&quot;:109.7,&quot;width&quot;:879.7}"/>
</p:tagLst>
</file>

<file path=ppt/tags/tag60.xml><?xml version="1.0" encoding="utf-8"?>
<p:tagLst xmlns:p="http://schemas.openxmlformats.org/presentationml/2006/main">
  <p:tag name="KSO_WM_DIAGRAM_VIRTUALLY_FRAME" val="{&quot;height&quot;:268.45,&quot;left&quot;:36.25,&quot;top&quot;:109.7,&quot;width&quot;:879.7}"/>
</p:tagLst>
</file>

<file path=ppt/tags/tag61.xml><?xml version="1.0" encoding="utf-8"?>
<p:tagLst xmlns:p="http://schemas.openxmlformats.org/presentationml/2006/main">
  <p:tag name="KSO_WM_DIAGRAM_VIRTUALLY_FRAME" val="{&quot;height&quot;:268.45,&quot;left&quot;:36.25,&quot;top&quot;:109.7,&quot;width&quot;:879.7}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COMMONDATA" val="eyJoZGlkIjoiYTc2ZGZiNzZiNDVlOGViOWVmM2JhOTY0NGJkNjUyYzgifQ=="/>
  <p:tag name="KSO_WPP_MARK_KEY" val="b75f97dc-0b62-4a07-8429-cc6b3a86748c"/>
</p:tagLst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rgbClr val="C00000"/>
        </a:solidFill>
      </a:spPr>
      <a:bodyPr wrap="square" rtlCol="0">
        <a:spAutoFit/>
      </a:bodyPr>
      <a:lstStyle>
        <a:defPPr algn="ctr" defTabSz="914400">
          <a:lnSpc>
            <a:spcPct val="130000"/>
          </a:lnSpc>
          <a:spcBef>
            <a:spcPts val="0"/>
          </a:spcBef>
          <a:spcAft>
            <a:spcPts val="0"/>
          </a:spcAft>
          <a:defRPr sz="1800" kern="0" dirty="0">
            <a:solidFill>
              <a:srgbClr val="FFC000"/>
            </a:solidFill>
            <a:cs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</Words>
  <Application>WPS 演示</Application>
  <PresentationFormat>宽屏</PresentationFormat>
  <Paragraphs>211</Paragraphs>
  <Slides>31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65" baseType="lpstr">
      <vt:lpstr>Arial</vt:lpstr>
      <vt:lpstr>宋体</vt:lpstr>
      <vt:lpstr>Wingdings</vt:lpstr>
      <vt:lpstr>Helvetica Neue Medium</vt:lpstr>
      <vt:lpstr>Helvetica Neue</vt:lpstr>
      <vt:lpstr>Times New Roman</vt:lpstr>
      <vt:lpstr>Wingdings</vt:lpstr>
      <vt:lpstr>微软雅黑</vt:lpstr>
      <vt:lpstr>PingFang SC</vt:lpstr>
      <vt:lpstr>Tw Cen MT</vt:lpstr>
      <vt:lpstr>黑体</vt:lpstr>
      <vt:lpstr>Calibri</vt:lpstr>
      <vt:lpstr>Calibri</vt:lpstr>
      <vt:lpstr>Arial Black</vt:lpstr>
      <vt:lpstr>Wingdings 2</vt:lpstr>
      <vt:lpstr>Arial</vt:lpstr>
      <vt:lpstr>楷体</vt:lpstr>
      <vt:lpstr>Arial Unicode MS</vt:lpstr>
      <vt:lpstr>KSOFF8957A5C</vt:lpstr>
      <vt:lpstr>Segoe Print</vt:lpstr>
      <vt:lpstr>KSOF18A5E788</vt:lpstr>
      <vt:lpstr>等线</vt:lpstr>
      <vt:lpstr>等线 Light</vt:lpstr>
      <vt:lpstr>Helvetica Neue</vt:lpstr>
      <vt:lpstr>Helvetica Neue Medium</vt:lpstr>
      <vt:lpstr>PingFang SC</vt:lpstr>
      <vt:lpstr>Tw Cen MT</vt:lpstr>
      <vt:lpstr>Wingdings 2</vt:lpstr>
      <vt:lpstr>方正小标宋简体</vt:lpstr>
      <vt:lpstr>华文中宋</vt:lpstr>
      <vt:lpstr>Noto Sans SC</vt:lpstr>
      <vt:lpstr>Orbitron</vt:lpstr>
      <vt:lpstr>21_BasicWhite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Lenovo</dc:creator>
  <cp:lastModifiedBy>李旭</cp:lastModifiedBy>
  <cp:revision>884</cp:revision>
  <dcterms:created xsi:type="dcterms:W3CDTF">2019-06-19T02:08:00Z</dcterms:created>
  <dcterms:modified xsi:type="dcterms:W3CDTF">2026-06-12T09:27:39Z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3401299E22A3476BB11D7087517360C8_13</vt:lpwstr>
  </property>
</Properties>
</file>